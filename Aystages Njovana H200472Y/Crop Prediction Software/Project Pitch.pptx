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
  </p:notesMasterIdLst>
  <p:sldIdLst>
    <p:sldId id="256" r:id="rId2"/>
    <p:sldId id="257" r:id="rId3"/>
    <p:sldId id="258" r:id="rId4"/>
    <p:sldId id="261" r:id="rId5"/>
    <p:sldId id="262" r:id="rId6"/>
    <p:sldId id="263" r:id="rId7"/>
  </p:sldIdLst>
  <p:sldSz cx="9144000" cy="5143500" type="screen16x9"/>
  <p:notesSz cx="6858000" cy="9144000"/>
  <p:embeddedFontLst>
    <p:embeddedFont>
      <p:font typeface="Catamaran" panose="020B0604020202020204" charset="0"/>
      <p:regular r:id="rId9"/>
    </p:embeddedFont>
    <p:embeddedFont>
      <p:font typeface="IBM Plex Sans" panose="020B0503050203000203" pitchFamily="34" charset="0"/>
      <p:regular r:id="rId10"/>
      <p:bold r:id="rId11"/>
    </p:embeddedFont>
    <p:embeddedFont>
      <p:font typeface="IBM Plex Sans SemiBold" panose="020B0703050203000203" pitchFamily="34" charset="0"/>
      <p:bold r:id="rId12"/>
      <p:boldItalic r:id="rId13"/>
    </p:embeddedFont>
    <p:embeddedFont>
      <p:font typeface="Nunito Light" pitchFamily="2" charset="0"/>
      <p:regular r:id="rId14"/>
    </p:embeddedFont>
    <p:embeddedFont>
      <p:font typeface="PT Sans" panose="020B0503020203020204" pitchFamily="34" charset="0"/>
      <p:regular r:id="rId15"/>
    </p:embeddedFont>
    <p:embeddedFont>
      <p:font typeface="Raleway" pitchFamily="2" charset="0"/>
      <p:regular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81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4dfce81f19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d431007ba2_0_2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8" name="Google Shape;588;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endParaRPr sz="1200" i="1">
              <a:solidFill>
                <a:srgbClr val="595959"/>
              </a:solidFill>
              <a:latin typeface="Anaheim" panose="02000503000000000000"/>
              <a:ea typeface="Anaheim" panose="02000503000000000000"/>
              <a:cs typeface="Anaheim" panose="02000503000000000000"/>
              <a:sym typeface="Anaheim" panose="02000503000000000000"/>
            </a:endParaRPr>
          </a:p>
          <a:p>
            <a:pPr marL="0" lvl="0" indent="0" algn="l" rtl="0">
              <a:spcBef>
                <a:spcPts val="0"/>
              </a:spcBef>
              <a:spcAft>
                <a:spcPts val="0"/>
              </a:spcAft>
              <a:buNone/>
            </a:pPr>
            <a:endParaRPr sz="1200" i="1">
              <a:solidFill>
                <a:srgbClr val="595959"/>
              </a:solidFill>
              <a:latin typeface="Anaheim" panose="02000503000000000000"/>
              <a:ea typeface="Anaheim" panose="02000503000000000000"/>
              <a:cs typeface="Anaheim" panose="02000503000000000000"/>
              <a:sym typeface="Anaheim" panose="0200050300000000000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54dda1946d_6_3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8" name="Google Shape;628;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184d99d1a72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184d99d1a72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mt="56000"/>
          </a:blip>
          <a:srcRect l="49447" t="49073" r="10781" b="13956"/>
          <a:stretch>
            <a:fillRect/>
          </a:stretch>
        </p:blipFill>
        <p:spPr>
          <a:xfrm>
            <a:off x="0" y="-3175"/>
            <a:ext cx="3562350" cy="3149725"/>
          </a:xfrm>
          <a:prstGeom prst="rect">
            <a:avLst/>
          </a:prstGeom>
          <a:noFill/>
          <a:ln>
            <a:noFill/>
          </a:ln>
        </p:spPr>
      </p:pic>
      <p:grpSp>
        <p:nvGrpSpPr>
          <p:cNvPr id="10" name="Google Shape;10;p2"/>
          <p:cNvGrpSpPr/>
          <p:nvPr/>
        </p:nvGrpSpPr>
        <p:grpSpPr>
          <a:xfrm>
            <a:off x="258525" y="104870"/>
            <a:ext cx="3785361" cy="539482"/>
            <a:chOff x="0" y="-12"/>
            <a:chExt cx="6234125" cy="888475"/>
          </a:xfrm>
        </p:grpSpPr>
        <p:pic>
          <p:nvPicPr>
            <p:cNvPr id="11" name="Google Shape;11;p2"/>
            <p:cNvPicPr preferRelativeResize="0"/>
            <p:nvPr/>
          </p:nvPicPr>
          <p:blipFill>
            <a:blip r:embed="rId3"/>
            <a:stretch>
              <a:fillRect/>
            </a:stretch>
          </p:blipFill>
          <p:spPr>
            <a:xfrm>
              <a:off x="0" y="-12"/>
              <a:ext cx="5295900" cy="581025"/>
            </a:xfrm>
            <a:prstGeom prst="rect">
              <a:avLst/>
            </a:prstGeom>
            <a:noFill/>
            <a:ln>
              <a:noFill/>
            </a:ln>
          </p:spPr>
        </p:pic>
        <p:pic>
          <p:nvPicPr>
            <p:cNvPr id="12" name="Google Shape;12;p2"/>
            <p:cNvPicPr preferRelativeResize="0"/>
            <p:nvPr/>
          </p:nvPicPr>
          <p:blipFill>
            <a:blip r:embed="rId3"/>
            <a:stretch>
              <a:fillRect/>
            </a:stretch>
          </p:blipFill>
          <p:spPr>
            <a:xfrm>
              <a:off x="938225" y="307438"/>
              <a:ext cx="5295900" cy="581025"/>
            </a:xfrm>
            <a:prstGeom prst="rect">
              <a:avLst/>
            </a:prstGeom>
            <a:noFill/>
            <a:ln>
              <a:noFill/>
            </a:ln>
          </p:spPr>
        </p:pic>
      </p:grpSp>
      <p:sp>
        <p:nvSpPr>
          <p:cNvPr id="13" name="Google Shape;13;p2"/>
          <p:cNvSpPr txBox="1">
            <a:spLocks noGrp="1"/>
          </p:cNvSpPr>
          <p:nvPr>
            <p:ph type="ctrTitle"/>
          </p:nvPr>
        </p:nvSpPr>
        <p:spPr>
          <a:xfrm>
            <a:off x="713225" y="888475"/>
            <a:ext cx="4639200" cy="16347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4" name="Google Shape;14;p2"/>
          <p:cNvSpPr txBox="1">
            <a:spLocks noGrp="1"/>
          </p:cNvSpPr>
          <p:nvPr>
            <p:ph type="subTitle" idx="1"/>
          </p:nvPr>
        </p:nvSpPr>
        <p:spPr>
          <a:xfrm>
            <a:off x="713223" y="2709525"/>
            <a:ext cx="40266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pic>
        <p:nvPicPr>
          <p:cNvPr id="15" name="Google Shape;15;p2"/>
          <p:cNvPicPr preferRelativeResize="0"/>
          <p:nvPr/>
        </p:nvPicPr>
        <p:blipFill rotWithShape="1">
          <a:blip r:embed="rId2">
            <a:alphaModFix amt="56000"/>
          </a:blip>
          <a:srcRect l="42928" t="35592" r="13555" b="13524"/>
          <a:stretch>
            <a:fillRect/>
          </a:stretch>
        </p:blipFill>
        <p:spPr>
          <a:xfrm rot="10800000">
            <a:off x="6311876" y="1993776"/>
            <a:ext cx="2832125" cy="3149725"/>
          </a:xfrm>
          <a:prstGeom prst="rect">
            <a:avLst/>
          </a:prstGeom>
          <a:noFill/>
          <a:ln>
            <a:noFill/>
          </a:ln>
        </p:spPr>
      </p:pic>
      <p:grpSp>
        <p:nvGrpSpPr>
          <p:cNvPr id="16" name="Google Shape;16;p2"/>
          <p:cNvGrpSpPr/>
          <p:nvPr/>
        </p:nvGrpSpPr>
        <p:grpSpPr>
          <a:xfrm flipH="1">
            <a:off x="-470388" y="2985700"/>
            <a:ext cx="3232310" cy="3006374"/>
            <a:chOff x="1298039" y="1316459"/>
            <a:chExt cx="2817319" cy="2620391"/>
          </a:xfrm>
        </p:grpSpPr>
        <p:sp>
          <p:nvSpPr>
            <p:cNvPr id="17" name="Google Shape;17;p2"/>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18" name="Google Shape;18;p2"/>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19" name="Google Shape;19;p2"/>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20" name="Google Shape;20;p2"/>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21" name="Google Shape;21;p2"/>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22" name="Google Shape;22;p2"/>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23" name="Google Shape;23;p2"/>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24" name="Google Shape;24;p2"/>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25" name="Google Shape;25;p2"/>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26" name="Google Shape;26;p2"/>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27" name="Google Shape;27;p2"/>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28" name="Google Shape;28;p2"/>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29" name="Google Shape;29;p2"/>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3"/>
          <p:cNvSpPr txBox="1">
            <a:spLocks noGrp="1"/>
          </p:cNvSpPr>
          <p:nvPr>
            <p:ph type="title"/>
          </p:nvPr>
        </p:nvSpPr>
        <p:spPr>
          <a:xfrm>
            <a:off x="2641650" y="2842650"/>
            <a:ext cx="4383600" cy="1422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2" name="Google Shape;32;p3"/>
          <p:cNvSpPr txBox="1">
            <a:spLocks noGrp="1"/>
          </p:cNvSpPr>
          <p:nvPr>
            <p:ph type="title" idx="2" hasCustomPrompt="1"/>
          </p:nvPr>
        </p:nvSpPr>
        <p:spPr>
          <a:xfrm>
            <a:off x="713225" y="2842650"/>
            <a:ext cx="1474500" cy="1422300"/>
          </a:xfrm>
          <a:prstGeom prst="rect">
            <a:avLst/>
          </a:prstGeom>
          <a:solidFill>
            <a:srgbClr val="FFFFFF">
              <a:alpha val="1765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3" name="Google Shape;33;p3"/>
          <p:cNvSpPr>
            <a:spLocks noGrp="1"/>
          </p:cNvSpPr>
          <p:nvPr>
            <p:ph type="pic" idx="3"/>
          </p:nvPr>
        </p:nvSpPr>
        <p:spPr>
          <a:xfrm>
            <a:off x="0" y="0"/>
            <a:ext cx="9144000" cy="2487600"/>
          </a:xfrm>
          <a:prstGeom prst="rect">
            <a:avLst/>
          </a:prstGeom>
          <a:noFill/>
          <a:ln>
            <a:noFill/>
          </a:ln>
        </p:spPr>
      </p:sp>
      <p:pic>
        <p:nvPicPr>
          <p:cNvPr id="34" name="Google Shape;34;p3"/>
          <p:cNvPicPr preferRelativeResize="0"/>
          <p:nvPr/>
        </p:nvPicPr>
        <p:blipFill rotWithShape="1">
          <a:blip r:embed="rId2">
            <a:alphaModFix amt="56000"/>
          </a:blip>
          <a:srcRect l="42928" t="35592" r="13555" b="13524"/>
          <a:stretch>
            <a:fillRect/>
          </a:stretch>
        </p:blipFill>
        <p:spPr>
          <a:xfrm rot="10800000">
            <a:off x="6135013" y="1797087"/>
            <a:ext cx="3009000" cy="3346425"/>
          </a:xfrm>
          <a:prstGeom prst="rect">
            <a:avLst/>
          </a:prstGeom>
          <a:noFill/>
          <a:ln>
            <a:noFill/>
          </a:ln>
        </p:spPr>
      </p:pic>
      <p:pic>
        <p:nvPicPr>
          <p:cNvPr id="35" name="Google Shape;35;p3"/>
          <p:cNvPicPr preferRelativeResize="0"/>
          <p:nvPr/>
        </p:nvPicPr>
        <p:blipFill rotWithShape="1">
          <a:blip r:embed="rId2">
            <a:alphaModFix amt="56000"/>
          </a:blip>
          <a:srcRect l="42928" t="35592" r="13555" b="13524"/>
          <a:stretch>
            <a:fillRect/>
          </a:stretch>
        </p:blipFill>
        <p:spPr>
          <a:xfrm rot="-5400000">
            <a:off x="78662" y="3661937"/>
            <a:ext cx="1402900" cy="1560225"/>
          </a:xfrm>
          <a:prstGeom prst="rect">
            <a:avLst/>
          </a:prstGeom>
          <a:noFill/>
          <a:ln>
            <a:noFill/>
          </a:ln>
        </p:spPr>
      </p:pic>
      <p:grpSp>
        <p:nvGrpSpPr>
          <p:cNvPr id="36" name="Google Shape;36;p3"/>
          <p:cNvGrpSpPr/>
          <p:nvPr/>
        </p:nvGrpSpPr>
        <p:grpSpPr>
          <a:xfrm rot="-5400000" flipH="1">
            <a:off x="6786165" y="2541119"/>
            <a:ext cx="3289220" cy="3059306"/>
            <a:chOff x="1298039" y="1316459"/>
            <a:chExt cx="2817319" cy="2620391"/>
          </a:xfrm>
        </p:grpSpPr>
        <p:sp>
          <p:nvSpPr>
            <p:cNvPr id="37" name="Google Shape;37;p3"/>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38" name="Google Shape;38;p3"/>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39" name="Google Shape;39;p3"/>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40" name="Google Shape;40;p3"/>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41" name="Google Shape;41;p3"/>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42" name="Google Shape;42;p3"/>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43" name="Google Shape;43;p3"/>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44" name="Google Shape;44;p3"/>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45" name="Google Shape;45;p3"/>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46" name="Google Shape;46;p3"/>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47" name="Google Shape;47;p3"/>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48" name="Google Shape;48;p3"/>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49" name="Google Shape;49;p3"/>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0"/>
        <p:cNvGrpSpPr/>
        <p:nvPr/>
      </p:nvGrpSpPr>
      <p:grpSpPr>
        <a:xfrm>
          <a:off x="0" y="0"/>
          <a:ext cx="0" cy="0"/>
          <a:chOff x="0" y="0"/>
          <a:chExt cx="0" cy="0"/>
        </a:xfrm>
      </p:grpSpPr>
      <p:pic>
        <p:nvPicPr>
          <p:cNvPr id="51" name="Google Shape;51;p4"/>
          <p:cNvPicPr preferRelativeResize="0"/>
          <p:nvPr/>
        </p:nvPicPr>
        <p:blipFill rotWithShape="1">
          <a:blip r:embed="rId2">
            <a:alphaModFix amt="56000"/>
          </a:blip>
          <a:srcRect l="42928" t="35592" r="13555" b="13524"/>
          <a:stretch>
            <a:fillRect/>
          </a:stretch>
        </p:blipFill>
        <p:spPr>
          <a:xfrm rot="5400000">
            <a:off x="6153076" y="-158799"/>
            <a:ext cx="2832125" cy="3149725"/>
          </a:xfrm>
          <a:prstGeom prst="rect">
            <a:avLst/>
          </a:prstGeom>
          <a:noFill/>
          <a:ln>
            <a:noFill/>
          </a:ln>
        </p:spPr>
      </p:pic>
      <p:sp>
        <p:nvSpPr>
          <p:cNvPr id="52" name="Google Shape;52;p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3" name="Google Shape;53;p4"/>
          <p:cNvSpPr txBox="1">
            <a:spLocks noGrp="1"/>
          </p:cNvSpPr>
          <p:nvPr>
            <p:ph type="body" idx="1"/>
          </p:nvPr>
        </p:nvSpPr>
        <p:spPr>
          <a:xfrm>
            <a:off x="720000" y="1139550"/>
            <a:ext cx="7704000" cy="3399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54" name="Google Shape;54;p4"/>
          <p:cNvGrpSpPr/>
          <p:nvPr/>
        </p:nvGrpSpPr>
        <p:grpSpPr>
          <a:xfrm flipH="1">
            <a:off x="4993800" y="104870"/>
            <a:ext cx="3785361" cy="539482"/>
            <a:chOff x="0" y="-12"/>
            <a:chExt cx="6234125" cy="888475"/>
          </a:xfrm>
        </p:grpSpPr>
        <p:pic>
          <p:nvPicPr>
            <p:cNvPr id="55" name="Google Shape;55;p4"/>
            <p:cNvPicPr preferRelativeResize="0"/>
            <p:nvPr/>
          </p:nvPicPr>
          <p:blipFill>
            <a:blip r:embed="rId3"/>
            <a:stretch>
              <a:fillRect/>
            </a:stretch>
          </p:blipFill>
          <p:spPr>
            <a:xfrm>
              <a:off x="0" y="-12"/>
              <a:ext cx="5295900" cy="581025"/>
            </a:xfrm>
            <a:prstGeom prst="rect">
              <a:avLst/>
            </a:prstGeom>
            <a:noFill/>
            <a:ln>
              <a:noFill/>
            </a:ln>
          </p:spPr>
        </p:pic>
        <p:pic>
          <p:nvPicPr>
            <p:cNvPr id="56" name="Google Shape;56;p4"/>
            <p:cNvPicPr preferRelativeResize="0"/>
            <p:nvPr/>
          </p:nvPicPr>
          <p:blipFill>
            <a:blip r:embed="rId3"/>
            <a:stretch>
              <a:fillRect/>
            </a:stretch>
          </p:blipFill>
          <p:spPr>
            <a:xfrm>
              <a:off x="938225" y="307438"/>
              <a:ext cx="5295900" cy="581025"/>
            </a:xfrm>
            <a:prstGeom prst="rect">
              <a:avLst/>
            </a:prstGeom>
            <a:noFill/>
            <a:ln>
              <a:noFill/>
            </a:ln>
          </p:spPr>
        </p:pic>
      </p:grpSp>
      <p:grpSp>
        <p:nvGrpSpPr>
          <p:cNvPr id="57" name="Google Shape;57;p4"/>
          <p:cNvGrpSpPr/>
          <p:nvPr/>
        </p:nvGrpSpPr>
        <p:grpSpPr>
          <a:xfrm flipH="1">
            <a:off x="-682561" y="3321266"/>
            <a:ext cx="2960439" cy="2753506"/>
            <a:chOff x="1298039" y="1316459"/>
            <a:chExt cx="2817319" cy="2620391"/>
          </a:xfrm>
        </p:grpSpPr>
        <p:sp>
          <p:nvSpPr>
            <p:cNvPr id="58" name="Google Shape;58;p4"/>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59" name="Google Shape;59;p4"/>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60" name="Google Shape;60;p4"/>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61" name="Google Shape;61;p4"/>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62" name="Google Shape;62;p4"/>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63" name="Google Shape;63;p4"/>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64" name="Google Shape;64;p4"/>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65" name="Google Shape;65;p4"/>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66" name="Google Shape;66;p4"/>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67" name="Google Shape;67;p4"/>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68" name="Google Shape;68;p4"/>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69" name="Google Shape;69;p4"/>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70" name="Google Shape;70;p4"/>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1"/>
        <p:cNvGrpSpPr/>
        <p:nvPr/>
      </p:nvGrpSpPr>
      <p:grpSpPr>
        <a:xfrm>
          <a:off x="0" y="0"/>
          <a:ext cx="0" cy="0"/>
          <a:chOff x="0" y="0"/>
          <a:chExt cx="0" cy="0"/>
        </a:xfrm>
      </p:grpSpPr>
      <p:sp>
        <p:nvSpPr>
          <p:cNvPr id="72" name="Google Shape;72;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3" name="Google Shape;73;p5"/>
          <p:cNvSpPr txBox="1">
            <a:spLocks noGrp="1"/>
          </p:cNvSpPr>
          <p:nvPr>
            <p:ph type="subTitle" idx="1"/>
          </p:nvPr>
        </p:nvSpPr>
        <p:spPr>
          <a:xfrm>
            <a:off x="5107254" y="3026675"/>
            <a:ext cx="3136800" cy="120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4" name="Google Shape;74;p5"/>
          <p:cNvSpPr txBox="1">
            <a:spLocks noGrp="1"/>
          </p:cNvSpPr>
          <p:nvPr>
            <p:ph type="subTitle" idx="2"/>
          </p:nvPr>
        </p:nvSpPr>
        <p:spPr>
          <a:xfrm>
            <a:off x="1091325" y="3026675"/>
            <a:ext cx="3136800" cy="1204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5" name="Google Shape;75;p5"/>
          <p:cNvSpPr txBox="1">
            <a:spLocks noGrp="1"/>
          </p:cNvSpPr>
          <p:nvPr>
            <p:ph type="subTitle" idx="3"/>
          </p:nvPr>
        </p:nvSpPr>
        <p:spPr>
          <a:xfrm>
            <a:off x="1091325" y="2538984"/>
            <a:ext cx="3136800" cy="48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6" name="Google Shape;76;p5"/>
          <p:cNvSpPr txBox="1">
            <a:spLocks noGrp="1"/>
          </p:cNvSpPr>
          <p:nvPr>
            <p:ph type="subTitle" idx="4"/>
          </p:nvPr>
        </p:nvSpPr>
        <p:spPr>
          <a:xfrm>
            <a:off x="5107261" y="2538984"/>
            <a:ext cx="3136800" cy="48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pic>
        <p:nvPicPr>
          <p:cNvPr id="77" name="Google Shape;77;p5"/>
          <p:cNvPicPr preferRelativeResize="0"/>
          <p:nvPr/>
        </p:nvPicPr>
        <p:blipFill rotWithShape="1">
          <a:blip r:embed="rId2">
            <a:alphaModFix amt="56000"/>
          </a:blip>
          <a:srcRect l="64006" t="59789" r="13555" b="13973"/>
          <a:stretch>
            <a:fillRect/>
          </a:stretch>
        </p:blipFill>
        <p:spPr>
          <a:xfrm rot="5400000">
            <a:off x="6387562" y="-146362"/>
            <a:ext cx="2610075" cy="2902800"/>
          </a:xfrm>
          <a:prstGeom prst="rect">
            <a:avLst/>
          </a:prstGeom>
          <a:noFill/>
          <a:ln>
            <a:noFill/>
          </a:ln>
        </p:spPr>
      </p:pic>
      <p:grpSp>
        <p:nvGrpSpPr>
          <p:cNvPr id="78" name="Google Shape;78;p5"/>
          <p:cNvGrpSpPr/>
          <p:nvPr/>
        </p:nvGrpSpPr>
        <p:grpSpPr>
          <a:xfrm rot="5400000" flipH="1">
            <a:off x="7495220" y="-447729"/>
            <a:ext cx="2122850" cy="1974464"/>
            <a:chOff x="1298039" y="1316459"/>
            <a:chExt cx="2817319" cy="2620391"/>
          </a:xfrm>
        </p:grpSpPr>
        <p:sp>
          <p:nvSpPr>
            <p:cNvPr id="79" name="Google Shape;79;p5"/>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80" name="Google Shape;80;p5"/>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81" name="Google Shape;81;p5"/>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82" name="Google Shape;82;p5"/>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83" name="Google Shape;83;p5"/>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84" name="Google Shape;84;p5"/>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85" name="Google Shape;85;p5"/>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86" name="Google Shape;86;p5"/>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87" name="Google Shape;87;p5"/>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88" name="Google Shape;88;p5"/>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89" name="Google Shape;89;p5"/>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90" name="Google Shape;90;p5"/>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91" name="Google Shape;91;p5"/>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grpSp>
        <p:nvGrpSpPr>
          <p:cNvPr id="92" name="Google Shape;92;p5"/>
          <p:cNvGrpSpPr/>
          <p:nvPr/>
        </p:nvGrpSpPr>
        <p:grpSpPr>
          <a:xfrm rot="5400000" flipH="1">
            <a:off x="-685030" y="3712896"/>
            <a:ext cx="2122850" cy="1974464"/>
            <a:chOff x="1298039" y="1316459"/>
            <a:chExt cx="2817319" cy="2620391"/>
          </a:xfrm>
        </p:grpSpPr>
        <p:sp>
          <p:nvSpPr>
            <p:cNvPr id="93" name="Google Shape;93;p5"/>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94" name="Google Shape;94;p5"/>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95" name="Google Shape;95;p5"/>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96" name="Google Shape;96;p5"/>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97" name="Google Shape;97;p5"/>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98" name="Google Shape;98;p5"/>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99" name="Google Shape;99;p5"/>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100" name="Google Shape;100;p5"/>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101" name="Google Shape;101;p5"/>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102" name="Google Shape;102;p5"/>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103" name="Google Shape;103;p5"/>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104" name="Google Shape;104;p5"/>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105" name="Google Shape;105;p5"/>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6"/>
        <p:cNvGrpSpPr/>
        <p:nvPr/>
      </p:nvGrpSpPr>
      <p:grpSpPr>
        <a:xfrm>
          <a:off x="0" y="0"/>
          <a:ext cx="0" cy="0"/>
          <a:chOff x="0" y="0"/>
          <a:chExt cx="0" cy="0"/>
        </a:xfrm>
      </p:grpSpPr>
      <p:sp>
        <p:nvSpPr>
          <p:cNvPr id="107" name="Google Shape;107;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pic>
        <p:nvPicPr>
          <p:cNvPr id="108" name="Google Shape;108;p6"/>
          <p:cNvPicPr preferRelativeResize="0"/>
          <p:nvPr/>
        </p:nvPicPr>
        <p:blipFill rotWithShape="1">
          <a:blip r:embed="rId2">
            <a:alphaModFix amt="56000"/>
          </a:blip>
          <a:srcRect l="64006" t="59789" r="13555" b="13973"/>
          <a:stretch>
            <a:fillRect/>
          </a:stretch>
        </p:blipFill>
        <p:spPr>
          <a:xfrm rot="5400000">
            <a:off x="6387562" y="-146362"/>
            <a:ext cx="2610075" cy="2902800"/>
          </a:xfrm>
          <a:prstGeom prst="rect">
            <a:avLst/>
          </a:prstGeom>
          <a:noFill/>
          <a:ln>
            <a:noFill/>
          </a:ln>
        </p:spPr>
      </p:pic>
      <p:grpSp>
        <p:nvGrpSpPr>
          <p:cNvPr id="109" name="Google Shape;109;p6"/>
          <p:cNvGrpSpPr/>
          <p:nvPr/>
        </p:nvGrpSpPr>
        <p:grpSpPr>
          <a:xfrm rot="5400000" flipH="1">
            <a:off x="7495220" y="-447729"/>
            <a:ext cx="2122850" cy="1974464"/>
            <a:chOff x="1298039" y="1316459"/>
            <a:chExt cx="2817319" cy="2620391"/>
          </a:xfrm>
        </p:grpSpPr>
        <p:sp>
          <p:nvSpPr>
            <p:cNvPr id="110" name="Google Shape;110;p6"/>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111" name="Google Shape;111;p6"/>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112" name="Google Shape;112;p6"/>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113" name="Google Shape;113;p6"/>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114" name="Google Shape;114;p6"/>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115" name="Google Shape;115;p6"/>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116" name="Google Shape;116;p6"/>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117" name="Google Shape;117;p6"/>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118" name="Google Shape;118;p6"/>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119" name="Google Shape;119;p6"/>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120" name="Google Shape;120;p6"/>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121" name="Google Shape;121;p6"/>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122" name="Google Shape;122;p6"/>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23"/>
        <p:cNvGrpSpPr/>
        <p:nvPr/>
      </p:nvGrpSpPr>
      <p:grpSpPr>
        <a:xfrm>
          <a:off x="0" y="0"/>
          <a:ext cx="0" cy="0"/>
          <a:chOff x="0" y="0"/>
          <a:chExt cx="0" cy="0"/>
        </a:xfrm>
      </p:grpSpPr>
      <p:grpSp>
        <p:nvGrpSpPr>
          <p:cNvPr id="124" name="Google Shape;124;p7"/>
          <p:cNvGrpSpPr/>
          <p:nvPr/>
        </p:nvGrpSpPr>
        <p:grpSpPr>
          <a:xfrm rot="5400000" flipH="1">
            <a:off x="6162471" y="-463251"/>
            <a:ext cx="3597998" cy="3346501"/>
            <a:chOff x="1298039" y="1316459"/>
            <a:chExt cx="2817319" cy="2620391"/>
          </a:xfrm>
        </p:grpSpPr>
        <p:sp>
          <p:nvSpPr>
            <p:cNvPr id="125" name="Google Shape;125;p7"/>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126" name="Google Shape;126;p7"/>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127" name="Google Shape;127;p7"/>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128" name="Google Shape;128;p7"/>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129" name="Google Shape;129;p7"/>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130" name="Google Shape;130;p7"/>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131" name="Google Shape;131;p7"/>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132" name="Google Shape;132;p7"/>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133" name="Google Shape;133;p7"/>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134" name="Google Shape;134;p7"/>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135" name="Google Shape;135;p7"/>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136" name="Google Shape;136;p7"/>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137" name="Google Shape;137;p7"/>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sp>
        <p:nvSpPr>
          <p:cNvPr id="138" name="Google Shape;138;p7"/>
          <p:cNvSpPr txBox="1">
            <a:spLocks noGrp="1"/>
          </p:cNvSpPr>
          <p:nvPr>
            <p:ph type="title"/>
          </p:nvPr>
        </p:nvSpPr>
        <p:spPr>
          <a:xfrm>
            <a:off x="713225" y="539500"/>
            <a:ext cx="3906600" cy="1027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9" name="Google Shape;139;p7"/>
          <p:cNvSpPr txBox="1">
            <a:spLocks noGrp="1"/>
          </p:cNvSpPr>
          <p:nvPr>
            <p:ph type="subTitle" idx="1"/>
          </p:nvPr>
        </p:nvSpPr>
        <p:spPr>
          <a:xfrm>
            <a:off x="713225" y="1966350"/>
            <a:ext cx="3906600" cy="263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200"/>
              <a:buAutoNum type="arabicPeriod"/>
              <a:defRPr/>
            </a:lvl1pPr>
            <a:lvl2pPr lvl="1" algn="ctr" rtl="0">
              <a:lnSpc>
                <a:spcPct val="100000"/>
              </a:lnSpc>
              <a:spcBef>
                <a:spcPts val="1000"/>
              </a:spcBef>
              <a:spcAft>
                <a:spcPts val="0"/>
              </a:spcAft>
              <a:buClr>
                <a:srgbClr val="E76A28"/>
              </a:buClr>
              <a:buSzPts val="1200"/>
              <a:buFont typeface="Nunito Light"/>
              <a:buAutoNum type="alphaLcPeriod"/>
              <a:defRPr/>
            </a:lvl2pPr>
            <a:lvl3pPr lvl="2" algn="ctr" rtl="0">
              <a:lnSpc>
                <a:spcPct val="100000"/>
              </a:lnSpc>
              <a:spcBef>
                <a:spcPts val="0"/>
              </a:spcBef>
              <a:spcAft>
                <a:spcPts val="0"/>
              </a:spcAft>
              <a:buClr>
                <a:srgbClr val="E76A28"/>
              </a:buClr>
              <a:buSzPts val="1200"/>
              <a:buFont typeface="Nunito Light"/>
              <a:buAutoNum type="romanLcPeriod"/>
              <a:defRPr/>
            </a:lvl3pPr>
            <a:lvl4pPr lvl="3" algn="ctr" rtl="0">
              <a:lnSpc>
                <a:spcPct val="100000"/>
              </a:lnSpc>
              <a:spcBef>
                <a:spcPts val="0"/>
              </a:spcBef>
              <a:spcAft>
                <a:spcPts val="0"/>
              </a:spcAft>
              <a:buClr>
                <a:srgbClr val="E76A28"/>
              </a:buClr>
              <a:buSzPts val="1200"/>
              <a:buFont typeface="Nunito Light"/>
              <a:buAutoNum type="arabicPeriod"/>
              <a:defRPr/>
            </a:lvl4pPr>
            <a:lvl5pPr lvl="4" algn="ctr" rtl="0">
              <a:lnSpc>
                <a:spcPct val="100000"/>
              </a:lnSpc>
              <a:spcBef>
                <a:spcPts val="0"/>
              </a:spcBef>
              <a:spcAft>
                <a:spcPts val="0"/>
              </a:spcAft>
              <a:buClr>
                <a:srgbClr val="E76A28"/>
              </a:buClr>
              <a:buSzPts val="1200"/>
              <a:buFont typeface="Nunito Light"/>
              <a:buAutoNum type="alphaLcPeriod"/>
              <a:defRPr/>
            </a:lvl5pPr>
            <a:lvl6pPr lvl="5" algn="ctr" rtl="0">
              <a:lnSpc>
                <a:spcPct val="100000"/>
              </a:lnSpc>
              <a:spcBef>
                <a:spcPts val="0"/>
              </a:spcBef>
              <a:spcAft>
                <a:spcPts val="0"/>
              </a:spcAft>
              <a:buClr>
                <a:srgbClr val="999999"/>
              </a:buClr>
              <a:buSzPts val="1200"/>
              <a:buFont typeface="Nunito Light"/>
              <a:buAutoNum type="romanLcPeriod"/>
              <a:defRPr/>
            </a:lvl6pPr>
            <a:lvl7pPr lvl="6" algn="ctr" rtl="0">
              <a:lnSpc>
                <a:spcPct val="100000"/>
              </a:lnSpc>
              <a:spcBef>
                <a:spcPts val="0"/>
              </a:spcBef>
              <a:spcAft>
                <a:spcPts val="0"/>
              </a:spcAft>
              <a:buClr>
                <a:srgbClr val="999999"/>
              </a:buClr>
              <a:buSzPts val="1200"/>
              <a:buFont typeface="Nunito Light"/>
              <a:buAutoNum type="arabicPeriod"/>
              <a:defRPr/>
            </a:lvl7pPr>
            <a:lvl8pPr lvl="7" algn="ctr" rtl="0">
              <a:lnSpc>
                <a:spcPct val="100000"/>
              </a:lnSpc>
              <a:spcBef>
                <a:spcPts val="0"/>
              </a:spcBef>
              <a:spcAft>
                <a:spcPts val="0"/>
              </a:spcAft>
              <a:buClr>
                <a:srgbClr val="999999"/>
              </a:buClr>
              <a:buSzPts val="1200"/>
              <a:buFont typeface="Nunito Light"/>
              <a:buAutoNum type="alphaLcPeriod"/>
              <a:defRPr/>
            </a:lvl8pPr>
            <a:lvl9pPr lvl="8" algn="ctr" rtl="0">
              <a:lnSpc>
                <a:spcPct val="100000"/>
              </a:lnSpc>
              <a:spcBef>
                <a:spcPts val="0"/>
              </a:spcBef>
              <a:spcAft>
                <a:spcPts val="0"/>
              </a:spcAft>
              <a:buClr>
                <a:srgbClr val="999999"/>
              </a:buClr>
              <a:buSzPts val="1200"/>
              <a:buFont typeface="Nunito Light"/>
              <a:buAutoNum type="romanLcPeriod"/>
              <a:defRPr/>
            </a:lvl9pPr>
          </a:lstStyle>
          <a:p>
            <a:endParaRPr/>
          </a:p>
        </p:txBody>
      </p:sp>
      <p:sp>
        <p:nvSpPr>
          <p:cNvPr id="140" name="Google Shape;140;p7"/>
          <p:cNvSpPr>
            <a:spLocks noGrp="1"/>
          </p:cNvSpPr>
          <p:nvPr>
            <p:ph type="pic" idx="2"/>
          </p:nvPr>
        </p:nvSpPr>
        <p:spPr>
          <a:xfrm>
            <a:off x="5009300" y="539500"/>
            <a:ext cx="3421500" cy="4064400"/>
          </a:xfrm>
          <a:prstGeom prst="rect">
            <a:avLst/>
          </a:prstGeom>
          <a:noFill/>
          <a:ln>
            <a:noFill/>
          </a:ln>
        </p:spPr>
      </p:sp>
      <p:pic>
        <p:nvPicPr>
          <p:cNvPr id="141" name="Google Shape;141;p7"/>
          <p:cNvPicPr preferRelativeResize="0"/>
          <p:nvPr/>
        </p:nvPicPr>
        <p:blipFill rotWithShape="1">
          <a:blip r:embed="rId2">
            <a:alphaModFix amt="56000"/>
          </a:blip>
          <a:srcRect l="42928" t="35592" r="13555" b="13524"/>
          <a:stretch>
            <a:fillRect/>
          </a:stretch>
        </p:blipFill>
        <p:spPr>
          <a:xfrm rot="5400000">
            <a:off x="5966287" y="-168713"/>
            <a:ext cx="3009000" cy="3346425"/>
          </a:xfrm>
          <a:prstGeom prst="rect">
            <a:avLst/>
          </a:prstGeom>
          <a:noFill/>
          <a:ln>
            <a:noFill/>
          </a:ln>
        </p:spPr>
      </p:pic>
      <p:pic>
        <p:nvPicPr>
          <p:cNvPr id="142" name="Google Shape;142;p7"/>
          <p:cNvPicPr preferRelativeResize="0"/>
          <p:nvPr/>
        </p:nvPicPr>
        <p:blipFill rotWithShape="1">
          <a:blip r:embed="rId2">
            <a:alphaModFix amt="56000"/>
          </a:blip>
          <a:srcRect l="42928" t="35592" r="13555" b="13524"/>
          <a:stretch>
            <a:fillRect/>
          </a:stretch>
        </p:blipFill>
        <p:spPr>
          <a:xfrm rot="-5400000">
            <a:off x="78662" y="3661937"/>
            <a:ext cx="1402900" cy="15602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3"/>
        <p:cNvGrpSpPr/>
        <p:nvPr/>
      </p:nvGrpSpPr>
      <p:grpSpPr>
        <a:xfrm>
          <a:off x="0" y="0"/>
          <a:ext cx="0" cy="0"/>
          <a:chOff x="0" y="0"/>
          <a:chExt cx="0" cy="0"/>
        </a:xfrm>
      </p:grpSpPr>
      <p:sp>
        <p:nvSpPr>
          <p:cNvPr id="144" name="Google Shape;144;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5"/>
        <p:cNvGrpSpPr/>
        <p:nvPr/>
      </p:nvGrpSpPr>
      <p:grpSpPr>
        <a:xfrm>
          <a:off x="0" y="0"/>
          <a:ext cx="0" cy="0"/>
          <a:chOff x="0" y="0"/>
          <a:chExt cx="0" cy="0"/>
        </a:xfrm>
      </p:grpSpPr>
      <p:sp>
        <p:nvSpPr>
          <p:cNvPr id="146" name="Google Shape;146;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47" name="Google Shape;147;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48"/>
        <p:cNvGrpSpPr/>
        <p:nvPr/>
      </p:nvGrpSpPr>
      <p:grpSpPr>
        <a:xfrm>
          <a:off x="0" y="0"/>
          <a:ext cx="0" cy="0"/>
          <a:chOff x="0" y="0"/>
          <a:chExt cx="0" cy="0"/>
        </a:xfrm>
      </p:grpSpPr>
      <p:sp>
        <p:nvSpPr>
          <p:cNvPr id="149" name="Google Shape;149;p10"/>
          <p:cNvSpPr>
            <a:spLocks noGrp="1"/>
          </p:cNvSpPr>
          <p:nvPr>
            <p:ph type="pic" idx="2"/>
          </p:nvPr>
        </p:nvSpPr>
        <p:spPr>
          <a:xfrm>
            <a:off x="0" y="0"/>
            <a:ext cx="9144000" cy="5143500"/>
          </a:xfrm>
          <a:prstGeom prst="rect">
            <a:avLst/>
          </a:prstGeom>
          <a:noFill/>
          <a:ln>
            <a:noFill/>
          </a:ln>
        </p:spPr>
      </p:sp>
      <p:sp>
        <p:nvSpPr>
          <p:cNvPr id="150" name="Google Shape;150;p10"/>
          <p:cNvSpPr txBox="1">
            <a:spLocks noGrp="1"/>
          </p:cNvSpPr>
          <p:nvPr>
            <p:ph type="title"/>
          </p:nvPr>
        </p:nvSpPr>
        <p:spPr>
          <a:xfrm>
            <a:off x="1948800" y="4014450"/>
            <a:ext cx="5246400" cy="4416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1800"/>
              <a:buNone/>
              <a:defRPr sz="1800">
                <a:solidFill>
                  <a:schemeClr val="l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51"/>
        <p:cNvGrpSpPr/>
        <p:nvPr/>
      </p:nvGrpSpPr>
      <p:grpSpPr>
        <a:xfrm>
          <a:off x="0" y="0"/>
          <a:ext cx="0" cy="0"/>
          <a:chOff x="0" y="0"/>
          <a:chExt cx="0" cy="0"/>
        </a:xfrm>
      </p:grpSpPr>
      <p:sp>
        <p:nvSpPr>
          <p:cNvPr id="152" name="Google Shape;152;p11"/>
          <p:cNvSpPr txBox="1">
            <a:spLocks noGrp="1"/>
          </p:cNvSpPr>
          <p:nvPr>
            <p:ph type="title" hasCustomPrompt="1"/>
          </p:nvPr>
        </p:nvSpPr>
        <p:spPr>
          <a:xfrm>
            <a:off x="2040300" y="1821025"/>
            <a:ext cx="5063400" cy="1148400"/>
          </a:xfrm>
          <a:prstGeom prst="rect">
            <a:avLst/>
          </a:prstGeom>
          <a:solidFill>
            <a:srgbClr val="FFFFFF">
              <a:alpha val="17650"/>
            </a:srgbClr>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53" name="Google Shape;153;p11"/>
          <p:cNvSpPr txBox="1">
            <a:spLocks noGrp="1"/>
          </p:cNvSpPr>
          <p:nvPr>
            <p:ph type="subTitle" idx="1"/>
          </p:nvPr>
        </p:nvSpPr>
        <p:spPr>
          <a:xfrm>
            <a:off x="2040300" y="3101850"/>
            <a:ext cx="50634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54" name="Google Shape;154;p11"/>
          <p:cNvGrpSpPr/>
          <p:nvPr/>
        </p:nvGrpSpPr>
        <p:grpSpPr>
          <a:xfrm>
            <a:off x="1" y="1"/>
            <a:ext cx="9144000" cy="5143500"/>
            <a:chOff x="1" y="1"/>
            <a:chExt cx="9144000" cy="5143500"/>
          </a:xfrm>
        </p:grpSpPr>
        <p:pic>
          <p:nvPicPr>
            <p:cNvPr id="155" name="Google Shape;155;p11"/>
            <p:cNvPicPr preferRelativeResize="0"/>
            <p:nvPr/>
          </p:nvPicPr>
          <p:blipFill rotWithShape="1">
            <a:blip r:embed="rId2">
              <a:alphaModFix amt="56000"/>
            </a:blip>
            <a:srcRect l="61099" t="56669" r="7281" b="6359"/>
            <a:stretch>
              <a:fillRect/>
            </a:stretch>
          </p:blipFill>
          <p:spPr>
            <a:xfrm rot="-5400000">
              <a:off x="158801" y="2152576"/>
              <a:ext cx="2832125" cy="3149725"/>
            </a:xfrm>
            <a:prstGeom prst="rect">
              <a:avLst/>
            </a:prstGeom>
            <a:noFill/>
            <a:ln>
              <a:noFill/>
            </a:ln>
          </p:spPr>
        </p:pic>
        <p:pic>
          <p:nvPicPr>
            <p:cNvPr id="156" name="Google Shape;156;p11"/>
            <p:cNvPicPr preferRelativeResize="0"/>
            <p:nvPr/>
          </p:nvPicPr>
          <p:blipFill rotWithShape="1">
            <a:blip r:embed="rId2">
              <a:alphaModFix amt="56000"/>
            </a:blip>
            <a:srcRect l="61099" t="56669" r="7281" b="6359"/>
            <a:stretch>
              <a:fillRect/>
            </a:stretch>
          </p:blipFill>
          <p:spPr>
            <a:xfrm rot="5400000">
              <a:off x="6153076" y="-158799"/>
              <a:ext cx="2832125" cy="3149725"/>
            </a:xfrm>
            <a:prstGeom prst="rect">
              <a:avLst/>
            </a:prstGeom>
            <a:noFill/>
            <a:ln>
              <a:noFill/>
            </a:ln>
          </p:spPr>
        </p:pic>
      </p:grpSp>
      <p:grpSp>
        <p:nvGrpSpPr>
          <p:cNvPr id="157" name="Google Shape;157;p11"/>
          <p:cNvGrpSpPr/>
          <p:nvPr/>
        </p:nvGrpSpPr>
        <p:grpSpPr>
          <a:xfrm rot="5400000">
            <a:off x="-490323" y="84653"/>
            <a:ext cx="2422049" cy="2252750"/>
            <a:chOff x="1298039" y="1316459"/>
            <a:chExt cx="2817319" cy="2620391"/>
          </a:xfrm>
        </p:grpSpPr>
        <p:sp>
          <p:nvSpPr>
            <p:cNvPr id="158" name="Google Shape;158;p11"/>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159" name="Google Shape;159;p11"/>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160" name="Google Shape;160;p11"/>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161" name="Google Shape;161;p11"/>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162" name="Google Shape;162;p11"/>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163" name="Google Shape;163;p11"/>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164" name="Google Shape;164;p11"/>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165" name="Google Shape;165;p11"/>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166" name="Google Shape;166;p11"/>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167" name="Google Shape;167;p11"/>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168" name="Google Shape;168;p11"/>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169" name="Google Shape;169;p11"/>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170" name="Google Shape;170;p11"/>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grpSp>
        <p:nvGrpSpPr>
          <p:cNvPr id="171" name="Google Shape;171;p11"/>
          <p:cNvGrpSpPr/>
          <p:nvPr/>
        </p:nvGrpSpPr>
        <p:grpSpPr>
          <a:xfrm rot="5400000">
            <a:off x="6806602" y="3150478"/>
            <a:ext cx="2422049" cy="2252750"/>
            <a:chOff x="1298039" y="1316459"/>
            <a:chExt cx="2817319" cy="2620391"/>
          </a:xfrm>
        </p:grpSpPr>
        <p:sp>
          <p:nvSpPr>
            <p:cNvPr id="172" name="Google Shape;172;p11"/>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173" name="Google Shape;173;p11"/>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174" name="Google Shape;174;p11"/>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175" name="Google Shape;175;p11"/>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176" name="Google Shape;176;p11"/>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177" name="Google Shape;177;p11"/>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178" name="Google Shape;178;p11"/>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179" name="Google Shape;179;p11"/>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180" name="Google Shape;180;p11"/>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181" name="Google Shape;181;p11"/>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182" name="Google Shape;182;p11"/>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183" name="Google Shape;183;p11"/>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184" name="Google Shape;184;p11"/>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grpSp>
        <p:nvGrpSpPr>
          <p:cNvPr id="185" name="Google Shape;185;p11"/>
          <p:cNvGrpSpPr/>
          <p:nvPr/>
        </p:nvGrpSpPr>
        <p:grpSpPr>
          <a:xfrm>
            <a:off x="5302450" y="4497745"/>
            <a:ext cx="3785361" cy="539482"/>
            <a:chOff x="0" y="-12"/>
            <a:chExt cx="6234125" cy="888475"/>
          </a:xfrm>
        </p:grpSpPr>
        <p:pic>
          <p:nvPicPr>
            <p:cNvPr id="186" name="Google Shape;186;p11"/>
            <p:cNvPicPr preferRelativeResize="0"/>
            <p:nvPr/>
          </p:nvPicPr>
          <p:blipFill>
            <a:blip r:embed="rId3"/>
            <a:stretch>
              <a:fillRect/>
            </a:stretch>
          </p:blipFill>
          <p:spPr>
            <a:xfrm>
              <a:off x="0" y="-12"/>
              <a:ext cx="5295900" cy="581025"/>
            </a:xfrm>
            <a:prstGeom prst="rect">
              <a:avLst/>
            </a:prstGeom>
            <a:noFill/>
            <a:ln>
              <a:noFill/>
            </a:ln>
          </p:spPr>
        </p:pic>
        <p:pic>
          <p:nvPicPr>
            <p:cNvPr id="187" name="Google Shape;187;p11"/>
            <p:cNvPicPr preferRelativeResize="0"/>
            <p:nvPr/>
          </p:nvPicPr>
          <p:blipFill>
            <a:blip r:embed="rId3"/>
            <a:stretch>
              <a:fillRect/>
            </a:stretch>
          </p:blipFill>
          <p:spPr>
            <a:xfrm>
              <a:off x="938225" y="307438"/>
              <a:ext cx="5295900" cy="581025"/>
            </a:xfrm>
            <a:prstGeom prst="rect">
              <a:avLst/>
            </a:prstGeom>
            <a:noFill/>
            <a:ln>
              <a:noFill/>
            </a:ln>
          </p:spPr>
        </p:pic>
      </p:grpSp>
      <p:grpSp>
        <p:nvGrpSpPr>
          <p:cNvPr id="188" name="Google Shape;188;p11"/>
          <p:cNvGrpSpPr/>
          <p:nvPr/>
        </p:nvGrpSpPr>
        <p:grpSpPr>
          <a:xfrm>
            <a:off x="259725" y="-5"/>
            <a:ext cx="3785361" cy="539482"/>
            <a:chOff x="0" y="-12"/>
            <a:chExt cx="6234125" cy="888475"/>
          </a:xfrm>
        </p:grpSpPr>
        <p:pic>
          <p:nvPicPr>
            <p:cNvPr id="189" name="Google Shape;189;p11"/>
            <p:cNvPicPr preferRelativeResize="0"/>
            <p:nvPr/>
          </p:nvPicPr>
          <p:blipFill>
            <a:blip r:embed="rId3"/>
            <a:stretch>
              <a:fillRect/>
            </a:stretch>
          </p:blipFill>
          <p:spPr>
            <a:xfrm>
              <a:off x="0" y="-12"/>
              <a:ext cx="5295900" cy="581025"/>
            </a:xfrm>
            <a:prstGeom prst="rect">
              <a:avLst/>
            </a:prstGeom>
            <a:noFill/>
            <a:ln>
              <a:noFill/>
            </a:ln>
          </p:spPr>
        </p:pic>
        <p:pic>
          <p:nvPicPr>
            <p:cNvPr id="190" name="Google Shape;190;p11"/>
            <p:cNvPicPr preferRelativeResize="0"/>
            <p:nvPr/>
          </p:nvPicPr>
          <p:blipFill>
            <a:blip r:embed="rId3"/>
            <a:stretch>
              <a:fillRect/>
            </a:stretch>
          </p:blipFill>
          <p:spPr>
            <a:xfrm>
              <a:off x="938225" y="307438"/>
              <a:ext cx="5295900" cy="581025"/>
            </a:xfrm>
            <a:prstGeom prst="rect">
              <a:avLst/>
            </a:prstGeom>
            <a:noFill/>
            <a:ln>
              <a:noFill/>
            </a:ln>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9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92"/>
        <p:cNvGrpSpPr/>
        <p:nvPr/>
      </p:nvGrpSpPr>
      <p:grpSpPr>
        <a:xfrm>
          <a:off x="0" y="0"/>
          <a:ext cx="0" cy="0"/>
          <a:chOff x="0" y="0"/>
          <a:chExt cx="0" cy="0"/>
        </a:xfrm>
      </p:grpSpPr>
      <p:pic>
        <p:nvPicPr>
          <p:cNvPr id="193" name="Google Shape;193;p13"/>
          <p:cNvPicPr preferRelativeResize="0"/>
          <p:nvPr/>
        </p:nvPicPr>
        <p:blipFill rotWithShape="1">
          <a:blip r:embed="rId2">
            <a:alphaModFix amt="56000"/>
          </a:blip>
          <a:srcRect l="61099" t="56669" r="7281" b="6359"/>
          <a:stretch>
            <a:fillRect/>
          </a:stretch>
        </p:blipFill>
        <p:spPr>
          <a:xfrm rot="-5400000">
            <a:off x="158801" y="2152576"/>
            <a:ext cx="2832125" cy="3149725"/>
          </a:xfrm>
          <a:prstGeom prst="rect">
            <a:avLst/>
          </a:prstGeom>
          <a:noFill/>
          <a:ln>
            <a:noFill/>
          </a:ln>
        </p:spPr>
      </p:pic>
      <p:grpSp>
        <p:nvGrpSpPr>
          <p:cNvPr id="194" name="Google Shape;194;p13"/>
          <p:cNvGrpSpPr/>
          <p:nvPr/>
        </p:nvGrpSpPr>
        <p:grpSpPr>
          <a:xfrm rot="5400000" flipH="1">
            <a:off x="7706520" y="-549229"/>
            <a:ext cx="2122850" cy="1974464"/>
            <a:chOff x="1298039" y="1316459"/>
            <a:chExt cx="2817319" cy="2620391"/>
          </a:xfrm>
        </p:grpSpPr>
        <p:sp>
          <p:nvSpPr>
            <p:cNvPr id="195" name="Google Shape;195;p13"/>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196" name="Google Shape;196;p13"/>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197" name="Google Shape;197;p13"/>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198" name="Google Shape;198;p13"/>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199" name="Google Shape;199;p13"/>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200" name="Google Shape;200;p13"/>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201" name="Google Shape;201;p13"/>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202" name="Google Shape;202;p13"/>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203" name="Google Shape;203;p13"/>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204" name="Google Shape;204;p13"/>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205" name="Google Shape;205;p13"/>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206" name="Google Shape;206;p13"/>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207" name="Google Shape;207;p13"/>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sp>
        <p:nvSpPr>
          <p:cNvPr id="208" name="Google Shape;208;p1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09" name="Google Shape;209;p13"/>
          <p:cNvSpPr txBox="1">
            <a:spLocks noGrp="1"/>
          </p:cNvSpPr>
          <p:nvPr>
            <p:ph type="title" idx="2" hasCustomPrompt="1"/>
          </p:nvPr>
        </p:nvSpPr>
        <p:spPr>
          <a:xfrm>
            <a:off x="720001" y="1637426"/>
            <a:ext cx="740700" cy="539400"/>
          </a:xfrm>
          <a:prstGeom prst="rect">
            <a:avLst/>
          </a:prstGeom>
          <a:solidFill>
            <a:srgbClr val="FFFFFF">
              <a:alpha val="1765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0" name="Google Shape;210;p13"/>
          <p:cNvSpPr txBox="1">
            <a:spLocks noGrp="1"/>
          </p:cNvSpPr>
          <p:nvPr>
            <p:ph type="title" idx="3" hasCustomPrompt="1"/>
          </p:nvPr>
        </p:nvSpPr>
        <p:spPr>
          <a:xfrm>
            <a:off x="4636171" y="1637426"/>
            <a:ext cx="749700" cy="539400"/>
          </a:xfrm>
          <a:prstGeom prst="rect">
            <a:avLst/>
          </a:prstGeom>
          <a:solidFill>
            <a:srgbClr val="FFFFFF">
              <a:alpha val="1765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1" name="Google Shape;211;p13"/>
          <p:cNvSpPr txBox="1">
            <a:spLocks noGrp="1"/>
          </p:cNvSpPr>
          <p:nvPr>
            <p:ph type="title" idx="4" hasCustomPrompt="1"/>
          </p:nvPr>
        </p:nvSpPr>
        <p:spPr>
          <a:xfrm>
            <a:off x="720001" y="2639836"/>
            <a:ext cx="740700" cy="539400"/>
          </a:xfrm>
          <a:prstGeom prst="rect">
            <a:avLst/>
          </a:prstGeom>
          <a:solidFill>
            <a:srgbClr val="FFFFFF">
              <a:alpha val="1765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2" name="Google Shape;212;p13"/>
          <p:cNvSpPr txBox="1">
            <a:spLocks noGrp="1"/>
          </p:cNvSpPr>
          <p:nvPr>
            <p:ph type="title" idx="5" hasCustomPrompt="1"/>
          </p:nvPr>
        </p:nvSpPr>
        <p:spPr>
          <a:xfrm>
            <a:off x="4636171" y="2639836"/>
            <a:ext cx="749700" cy="539400"/>
          </a:xfrm>
          <a:prstGeom prst="rect">
            <a:avLst/>
          </a:prstGeom>
          <a:solidFill>
            <a:srgbClr val="FFFFFF">
              <a:alpha val="1765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3" name="Google Shape;213;p13"/>
          <p:cNvSpPr txBox="1">
            <a:spLocks noGrp="1"/>
          </p:cNvSpPr>
          <p:nvPr>
            <p:ph type="title" idx="6" hasCustomPrompt="1"/>
          </p:nvPr>
        </p:nvSpPr>
        <p:spPr>
          <a:xfrm>
            <a:off x="720000" y="3642226"/>
            <a:ext cx="740700" cy="539400"/>
          </a:xfrm>
          <a:prstGeom prst="rect">
            <a:avLst/>
          </a:prstGeom>
          <a:solidFill>
            <a:srgbClr val="FFFFFF">
              <a:alpha val="1765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4" name="Google Shape;214;p13"/>
          <p:cNvSpPr txBox="1">
            <a:spLocks noGrp="1"/>
          </p:cNvSpPr>
          <p:nvPr>
            <p:ph type="title" idx="7" hasCustomPrompt="1"/>
          </p:nvPr>
        </p:nvSpPr>
        <p:spPr>
          <a:xfrm>
            <a:off x="4636171" y="3642226"/>
            <a:ext cx="749700" cy="539400"/>
          </a:xfrm>
          <a:prstGeom prst="rect">
            <a:avLst/>
          </a:prstGeom>
          <a:solidFill>
            <a:srgbClr val="FFFFFF">
              <a:alpha val="1765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5" name="Google Shape;215;p13"/>
          <p:cNvSpPr txBox="1">
            <a:spLocks noGrp="1"/>
          </p:cNvSpPr>
          <p:nvPr>
            <p:ph type="subTitle" idx="1"/>
          </p:nvPr>
        </p:nvSpPr>
        <p:spPr>
          <a:xfrm>
            <a:off x="1552209" y="1637426"/>
            <a:ext cx="2904000" cy="539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16" name="Google Shape;216;p13"/>
          <p:cNvSpPr txBox="1">
            <a:spLocks noGrp="1"/>
          </p:cNvSpPr>
          <p:nvPr>
            <p:ph type="subTitle" idx="8"/>
          </p:nvPr>
        </p:nvSpPr>
        <p:spPr>
          <a:xfrm>
            <a:off x="1552209" y="2639826"/>
            <a:ext cx="2904000" cy="539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17" name="Google Shape;217;p13"/>
          <p:cNvSpPr txBox="1">
            <a:spLocks noGrp="1"/>
          </p:cNvSpPr>
          <p:nvPr>
            <p:ph type="subTitle" idx="9"/>
          </p:nvPr>
        </p:nvSpPr>
        <p:spPr>
          <a:xfrm>
            <a:off x="1552209" y="3642226"/>
            <a:ext cx="2904000" cy="539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18" name="Google Shape;218;p13"/>
          <p:cNvSpPr txBox="1">
            <a:spLocks noGrp="1"/>
          </p:cNvSpPr>
          <p:nvPr>
            <p:ph type="subTitle" idx="13"/>
          </p:nvPr>
        </p:nvSpPr>
        <p:spPr>
          <a:xfrm>
            <a:off x="5481272" y="1637426"/>
            <a:ext cx="2904000" cy="539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19" name="Google Shape;219;p13"/>
          <p:cNvSpPr txBox="1">
            <a:spLocks noGrp="1"/>
          </p:cNvSpPr>
          <p:nvPr>
            <p:ph type="subTitle" idx="14"/>
          </p:nvPr>
        </p:nvSpPr>
        <p:spPr>
          <a:xfrm>
            <a:off x="5481272" y="2639826"/>
            <a:ext cx="2904000" cy="539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20" name="Google Shape;220;p13"/>
          <p:cNvSpPr txBox="1">
            <a:spLocks noGrp="1"/>
          </p:cNvSpPr>
          <p:nvPr>
            <p:ph type="subTitle" idx="15"/>
          </p:nvPr>
        </p:nvSpPr>
        <p:spPr>
          <a:xfrm>
            <a:off x="5481272" y="3642226"/>
            <a:ext cx="2904000" cy="539400"/>
          </a:xfrm>
          <a:prstGeom prst="rect">
            <a:avLst/>
          </a:prstGeom>
          <a:ln>
            <a:noFill/>
          </a:ln>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221"/>
        <p:cNvGrpSpPr/>
        <p:nvPr/>
      </p:nvGrpSpPr>
      <p:grpSpPr>
        <a:xfrm>
          <a:off x="0" y="0"/>
          <a:ext cx="0" cy="0"/>
          <a:chOff x="0" y="0"/>
          <a:chExt cx="0" cy="0"/>
        </a:xfrm>
      </p:grpSpPr>
      <p:sp>
        <p:nvSpPr>
          <p:cNvPr id="222" name="Google Shape;222;p14"/>
          <p:cNvSpPr txBox="1">
            <a:spLocks noGrp="1"/>
          </p:cNvSpPr>
          <p:nvPr>
            <p:ph type="title"/>
          </p:nvPr>
        </p:nvSpPr>
        <p:spPr>
          <a:xfrm>
            <a:off x="1281875" y="1001436"/>
            <a:ext cx="3205500" cy="1055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23" name="Google Shape;223;p14"/>
          <p:cNvSpPr txBox="1">
            <a:spLocks noGrp="1"/>
          </p:cNvSpPr>
          <p:nvPr>
            <p:ph type="subTitle" idx="1"/>
          </p:nvPr>
        </p:nvSpPr>
        <p:spPr>
          <a:xfrm>
            <a:off x="1281888" y="2209525"/>
            <a:ext cx="3949200" cy="207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200"/>
              <a:buAutoNum type="arabicPeriod"/>
              <a:defRPr/>
            </a:lvl1pPr>
            <a:lvl2pPr lvl="1" algn="ctr" rtl="0">
              <a:lnSpc>
                <a:spcPct val="100000"/>
              </a:lnSpc>
              <a:spcBef>
                <a:spcPts val="0"/>
              </a:spcBef>
              <a:spcAft>
                <a:spcPts val="0"/>
              </a:spcAft>
              <a:buSzPts val="1200"/>
              <a:buAutoNum type="alphaLcPeriod"/>
              <a:defRPr/>
            </a:lvl2pPr>
            <a:lvl3pPr lvl="2" algn="ctr" rtl="0">
              <a:lnSpc>
                <a:spcPct val="100000"/>
              </a:lnSpc>
              <a:spcBef>
                <a:spcPts val="0"/>
              </a:spcBef>
              <a:spcAft>
                <a:spcPts val="0"/>
              </a:spcAft>
              <a:buSzPts val="1200"/>
              <a:buAutoNum type="romanLcPeriod"/>
              <a:defRPr/>
            </a:lvl3pPr>
            <a:lvl4pPr lvl="3" algn="ctr" rtl="0">
              <a:lnSpc>
                <a:spcPct val="100000"/>
              </a:lnSpc>
              <a:spcBef>
                <a:spcPts val="0"/>
              </a:spcBef>
              <a:spcAft>
                <a:spcPts val="0"/>
              </a:spcAft>
              <a:buSzPts val="1200"/>
              <a:buAutoNum type="arabicPeriod"/>
              <a:defRPr/>
            </a:lvl4pPr>
            <a:lvl5pPr lvl="4" algn="ctr" rtl="0">
              <a:lnSpc>
                <a:spcPct val="100000"/>
              </a:lnSpc>
              <a:spcBef>
                <a:spcPts val="0"/>
              </a:spcBef>
              <a:spcAft>
                <a:spcPts val="0"/>
              </a:spcAft>
              <a:buSzPts val="1200"/>
              <a:buAutoNum type="alphaLcPeriod"/>
              <a:defRPr/>
            </a:lvl5pPr>
            <a:lvl6pPr lvl="5" algn="ctr" rtl="0">
              <a:lnSpc>
                <a:spcPct val="100000"/>
              </a:lnSpc>
              <a:spcBef>
                <a:spcPts val="0"/>
              </a:spcBef>
              <a:spcAft>
                <a:spcPts val="0"/>
              </a:spcAft>
              <a:buSzPts val="1200"/>
              <a:buAutoNum type="romanLcPeriod"/>
              <a:defRPr/>
            </a:lvl6pPr>
            <a:lvl7pPr lvl="6" algn="ctr" rtl="0">
              <a:lnSpc>
                <a:spcPct val="100000"/>
              </a:lnSpc>
              <a:spcBef>
                <a:spcPts val="0"/>
              </a:spcBef>
              <a:spcAft>
                <a:spcPts val="0"/>
              </a:spcAft>
              <a:buSzPts val="1200"/>
              <a:buAutoNum type="arabicPeriod"/>
              <a:defRPr/>
            </a:lvl7pPr>
            <a:lvl8pPr lvl="7" algn="ctr" rtl="0">
              <a:lnSpc>
                <a:spcPct val="100000"/>
              </a:lnSpc>
              <a:spcBef>
                <a:spcPts val="0"/>
              </a:spcBef>
              <a:spcAft>
                <a:spcPts val="0"/>
              </a:spcAft>
              <a:buSzPts val="1200"/>
              <a:buAutoNum type="alphaLcPeriod"/>
              <a:defRPr/>
            </a:lvl8pPr>
            <a:lvl9pPr lvl="8" algn="ctr" rtl="0">
              <a:lnSpc>
                <a:spcPct val="100000"/>
              </a:lnSpc>
              <a:spcBef>
                <a:spcPts val="0"/>
              </a:spcBef>
              <a:spcAft>
                <a:spcPts val="0"/>
              </a:spcAft>
              <a:buSzPts val="1200"/>
              <a:buAutoNum type="romanLcPeriod"/>
              <a:defRPr/>
            </a:lvl9pPr>
          </a:lstStyle>
          <a:p>
            <a:endParaRPr/>
          </a:p>
        </p:txBody>
      </p:sp>
      <p:sp>
        <p:nvSpPr>
          <p:cNvPr id="224" name="Google Shape;224;p14"/>
          <p:cNvSpPr>
            <a:spLocks noGrp="1"/>
          </p:cNvSpPr>
          <p:nvPr>
            <p:ph type="pic" idx="2"/>
          </p:nvPr>
        </p:nvSpPr>
        <p:spPr>
          <a:xfrm>
            <a:off x="6173200" y="891925"/>
            <a:ext cx="1543200" cy="3176100"/>
          </a:xfrm>
          <a:prstGeom prst="rect">
            <a:avLst/>
          </a:prstGeom>
          <a:noFill/>
          <a:ln>
            <a:noFill/>
          </a:ln>
        </p:spPr>
      </p:sp>
      <p:grpSp>
        <p:nvGrpSpPr>
          <p:cNvPr id="225" name="Google Shape;225;p14"/>
          <p:cNvGrpSpPr/>
          <p:nvPr/>
        </p:nvGrpSpPr>
        <p:grpSpPr>
          <a:xfrm rot="5400000" flipH="1">
            <a:off x="-490323" y="3150478"/>
            <a:ext cx="2422049" cy="2252750"/>
            <a:chOff x="1298039" y="1316459"/>
            <a:chExt cx="2817319" cy="2620391"/>
          </a:xfrm>
        </p:grpSpPr>
        <p:sp>
          <p:nvSpPr>
            <p:cNvPr id="226" name="Google Shape;226;p14"/>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227" name="Google Shape;227;p14"/>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228" name="Google Shape;228;p14"/>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229" name="Google Shape;229;p14"/>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230" name="Google Shape;230;p14"/>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231" name="Google Shape;231;p14"/>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232" name="Google Shape;232;p14"/>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233" name="Google Shape;233;p14"/>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234" name="Google Shape;234;p14"/>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235" name="Google Shape;235;p14"/>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236" name="Google Shape;236;p14"/>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237" name="Google Shape;237;p14"/>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238" name="Google Shape;238;p14"/>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grpSp>
        <p:nvGrpSpPr>
          <p:cNvPr id="239" name="Google Shape;239;p14"/>
          <p:cNvGrpSpPr/>
          <p:nvPr/>
        </p:nvGrpSpPr>
        <p:grpSpPr>
          <a:xfrm rot="5400000" flipH="1">
            <a:off x="6806602" y="84653"/>
            <a:ext cx="2422049" cy="2252750"/>
            <a:chOff x="1298039" y="1316459"/>
            <a:chExt cx="2817319" cy="2620391"/>
          </a:xfrm>
        </p:grpSpPr>
        <p:sp>
          <p:nvSpPr>
            <p:cNvPr id="240" name="Google Shape;240;p14"/>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241" name="Google Shape;241;p14"/>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242" name="Google Shape;242;p14"/>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243" name="Google Shape;243;p14"/>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244" name="Google Shape;244;p14"/>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245" name="Google Shape;245;p14"/>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246" name="Google Shape;246;p14"/>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247" name="Google Shape;247;p14"/>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248" name="Google Shape;248;p14"/>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249" name="Google Shape;249;p14"/>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250" name="Google Shape;250;p14"/>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251" name="Google Shape;251;p14"/>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252" name="Google Shape;252;p14"/>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grpSp>
        <p:nvGrpSpPr>
          <p:cNvPr id="253" name="Google Shape;253;p14"/>
          <p:cNvGrpSpPr/>
          <p:nvPr/>
        </p:nvGrpSpPr>
        <p:grpSpPr>
          <a:xfrm>
            <a:off x="1" y="1"/>
            <a:ext cx="9144000" cy="5143500"/>
            <a:chOff x="1" y="1"/>
            <a:chExt cx="9144000" cy="5143500"/>
          </a:xfrm>
        </p:grpSpPr>
        <p:pic>
          <p:nvPicPr>
            <p:cNvPr id="254" name="Google Shape;254;p14"/>
            <p:cNvPicPr preferRelativeResize="0"/>
            <p:nvPr/>
          </p:nvPicPr>
          <p:blipFill rotWithShape="1">
            <a:blip r:embed="rId2">
              <a:alphaModFix amt="56000"/>
            </a:blip>
            <a:srcRect l="61099" t="56669" r="7281" b="6359"/>
            <a:stretch>
              <a:fillRect/>
            </a:stretch>
          </p:blipFill>
          <p:spPr>
            <a:xfrm rot="-5400000">
              <a:off x="158801" y="2152576"/>
              <a:ext cx="2832125" cy="3149725"/>
            </a:xfrm>
            <a:prstGeom prst="rect">
              <a:avLst/>
            </a:prstGeom>
            <a:noFill/>
            <a:ln>
              <a:noFill/>
            </a:ln>
          </p:spPr>
        </p:pic>
        <p:pic>
          <p:nvPicPr>
            <p:cNvPr id="255" name="Google Shape;255;p14"/>
            <p:cNvPicPr preferRelativeResize="0"/>
            <p:nvPr/>
          </p:nvPicPr>
          <p:blipFill rotWithShape="1">
            <a:blip r:embed="rId2">
              <a:alphaModFix amt="56000"/>
            </a:blip>
            <a:srcRect l="61099" t="56669" r="7281" b="6359"/>
            <a:stretch>
              <a:fillRect/>
            </a:stretch>
          </p:blipFill>
          <p:spPr>
            <a:xfrm rot="5400000">
              <a:off x="6153076" y="-158799"/>
              <a:ext cx="2832125" cy="3149725"/>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CUSTOM_4_2">
    <p:spTree>
      <p:nvGrpSpPr>
        <p:cNvPr id="1" name="Shape 256"/>
        <p:cNvGrpSpPr/>
        <p:nvPr/>
      </p:nvGrpSpPr>
      <p:grpSpPr>
        <a:xfrm>
          <a:off x="0" y="0"/>
          <a:ext cx="0" cy="0"/>
          <a:chOff x="0" y="0"/>
          <a:chExt cx="0" cy="0"/>
        </a:xfrm>
      </p:grpSpPr>
      <p:sp>
        <p:nvSpPr>
          <p:cNvPr id="257" name="Google Shape;257;p15"/>
          <p:cNvSpPr txBox="1">
            <a:spLocks noGrp="1"/>
          </p:cNvSpPr>
          <p:nvPr>
            <p:ph type="subTitle" idx="1"/>
          </p:nvPr>
        </p:nvSpPr>
        <p:spPr>
          <a:xfrm>
            <a:off x="720000" y="1180825"/>
            <a:ext cx="77040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chemeClr val="dk2"/>
              </a:buClr>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0"/>
              </a:spcBef>
              <a:spcAft>
                <a:spcPts val="0"/>
              </a:spcAft>
              <a:buSzPts val="1200"/>
              <a:buChar char="■"/>
              <a:defRPr/>
            </a:lvl3pPr>
            <a:lvl4pPr lvl="3" algn="ctr" rtl="0">
              <a:lnSpc>
                <a:spcPct val="100000"/>
              </a:lnSpc>
              <a:spcBef>
                <a:spcPts val="0"/>
              </a:spcBef>
              <a:spcAft>
                <a:spcPts val="0"/>
              </a:spcAft>
              <a:buSzPts val="1200"/>
              <a:buChar char="●"/>
              <a:defRPr/>
            </a:lvl4pPr>
            <a:lvl5pPr lvl="4" algn="ctr" rtl="0">
              <a:lnSpc>
                <a:spcPct val="100000"/>
              </a:lnSpc>
              <a:spcBef>
                <a:spcPts val="0"/>
              </a:spcBef>
              <a:spcAft>
                <a:spcPts val="0"/>
              </a:spcAft>
              <a:buSzPts val="1200"/>
              <a:buChar char="○"/>
              <a:defRPr/>
            </a:lvl5pPr>
            <a:lvl6pPr lvl="5" algn="ctr" rtl="0">
              <a:lnSpc>
                <a:spcPct val="100000"/>
              </a:lnSpc>
              <a:spcBef>
                <a:spcPts val="0"/>
              </a:spcBef>
              <a:spcAft>
                <a:spcPts val="0"/>
              </a:spcAft>
              <a:buSzPts val="1200"/>
              <a:buChar char="■"/>
              <a:defRPr/>
            </a:lvl6pPr>
            <a:lvl7pPr lvl="6" algn="ctr" rtl="0">
              <a:lnSpc>
                <a:spcPct val="100000"/>
              </a:lnSpc>
              <a:spcBef>
                <a:spcPts val="0"/>
              </a:spcBef>
              <a:spcAft>
                <a:spcPts val="0"/>
              </a:spcAft>
              <a:buSzPts val="1200"/>
              <a:buChar char="●"/>
              <a:defRPr/>
            </a:lvl7pPr>
            <a:lvl8pPr lvl="7" algn="ctr" rtl="0">
              <a:lnSpc>
                <a:spcPct val="100000"/>
              </a:lnSpc>
              <a:spcBef>
                <a:spcPts val="0"/>
              </a:spcBef>
              <a:spcAft>
                <a:spcPts val="0"/>
              </a:spcAft>
              <a:buSzPts val="1200"/>
              <a:buChar char="○"/>
              <a:defRPr/>
            </a:lvl8pPr>
            <a:lvl9pPr lvl="8" algn="ctr" rtl="0">
              <a:lnSpc>
                <a:spcPct val="100000"/>
              </a:lnSpc>
              <a:spcBef>
                <a:spcPts val="0"/>
              </a:spcBef>
              <a:spcAft>
                <a:spcPts val="0"/>
              </a:spcAft>
              <a:buSzPts val="1200"/>
              <a:buChar char="■"/>
              <a:defRPr/>
            </a:lvl9pPr>
          </a:lstStyle>
          <a:p>
            <a:endParaRPr/>
          </a:p>
        </p:txBody>
      </p:sp>
      <p:grpSp>
        <p:nvGrpSpPr>
          <p:cNvPr id="258" name="Google Shape;258;p15"/>
          <p:cNvGrpSpPr/>
          <p:nvPr/>
        </p:nvGrpSpPr>
        <p:grpSpPr>
          <a:xfrm rot="5400000" flipH="1">
            <a:off x="-490323" y="3150478"/>
            <a:ext cx="2422049" cy="2252750"/>
            <a:chOff x="1298039" y="1316459"/>
            <a:chExt cx="2817319" cy="2620391"/>
          </a:xfrm>
        </p:grpSpPr>
        <p:sp>
          <p:nvSpPr>
            <p:cNvPr id="259" name="Google Shape;259;p15"/>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260" name="Google Shape;260;p15"/>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261" name="Google Shape;261;p15"/>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262" name="Google Shape;262;p15"/>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263" name="Google Shape;263;p15"/>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264" name="Google Shape;264;p15"/>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265" name="Google Shape;265;p15"/>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266" name="Google Shape;266;p15"/>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267" name="Google Shape;267;p15"/>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268" name="Google Shape;268;p15"/>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269" name="Google Shape;269;p15"/>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270" name="Google Shape;270;p15"/>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271" name="Google Shape;271;p15"/>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grpSp>
        <p:nvGrpSpPr>
          <p:cNvPr id="272" name="Google Shape;272;p15"/>
          <p:cNvGrpSpPr/>
          <p:nvPr/>
        </p:nvGrpSpPr>
        <p:grpSpPr>
          <a:xfrm rot="5400000" flipH="1">
            <a:off x="6806602" y="84653"/>
            <a:ext cx="2422049" cy="2252750"/>
            <a:chOff x="1298039" y="1316459"/>
            <a:chExt cx="2817319" cy="2620391"/>
          </a:xfrm>
        </p:grpSpPr>
        <p:sp>
          <p:nvSpPr>
            <p:cNvPr id="273" name="Google Shape;273;p15"/>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274" name="Google Shape;274;p15"/>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275" name="Google Shape;275;p15"/>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276" name="Google Shape;276;p15"/>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277" name="Google Shape;277;p15"/>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278" name="Google Shape;278;p15"/>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279" name="Google Shape;279;p15"/>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280" name="Google Shape;280;p15"/>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281" name="Google Shape;281;p15"/>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282" name="Google Shape;282;p15"/>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283" name="Google Shape;283;p15"/>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284" name="Google Shape;284;p15"/>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285" name="Google Shape;285;p15"/>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grpSp>
        <p:nvGrpSpPr>
          <p:cNvPr id="286" name="Google Shape;286;p15"/>
          <p:cNvGrpSpPr/>
          <p:nvPr/>
        </p:nvGrpSpPr>
        <p:grpSpPr>
          <a:xfrm>
            <a:off x="1" y="1"/>
            <a:ext cx="9144000" cy="5143500"/>
            <a:chOff x="1" y="1"/>
            <a:chExt cx="9144000" cy="5143500"/>
          </a:xfrm>
        </p:grpSpPr>
        <p:pic>
          <p:nvPicPr>
            <p:cNvPr id="287" name="Google Shape;287;p15"/>
            <p:cNvPicPr preferRelativeResize="0"/>
            <p:nvPr/>
          </p:nvPicPr>
          <p:blipFill rotWithShape="1">
            <a:blip r:embed="rId2">
              <a:alphaModFix amt="56000"/>
            </a:blip>
            <a:srcRect l="61099" t="56669" r="7281" b="6359"/>
            <a:stretch>
              <a:fillRect/>
            </a:stretch>
          </p:blipFill>
          <p:spPr>
            <a:xfrm rot="-5400000">
              <a:off x="158801" y="2152576"/>
              <a:ext cx="2832125" cy="3149725"/>
            </a:xfrm>
            <a:prstGeom prst="rect">
              <a:avLst/>
            </a:prstGeom>
            <a:noFill/>
            <a:ln>
              <a:noFill/>
            </a:ln>
          </p:spPr>
        </p:pic>
        <p:pic>
          <p:nvPicPr>
            <p:cNvPr id="288" name="Google Shape;288;p15"/>
            <p:cNvPicPr preferRelativeResize="0"/>
            <p:nvPr/>
          </p:nvPicPr>
          <p:blipFill rotWithShape="1">
            <a:blip r:embed="rId2">
              <a:alphaModFix amt="56000"/>
            </a:blip>
            <a:srcRect l="61099" t="56669" r="7281" b="6359"/>
            <a:stretch>
              <a:fillRect/>
            </a:stretch>
          </p:blipFill>
          <p:spPr>
            <a:xfrm rot="5400000">
              <a:off x="6153076" y="-158799"/>
              <a:ext cx="2832125" cy="3149725"/>
            </a:xfrm>
            <a:prstGeom prst="rect">
              <a:avLst/>
            </a:prstGeom>
            <a:noFill/>
            <a:ln>
              <a:noFill/>
            </a:ln>
          </p:spPr>
        </p:pic>
      </p:grpSp>
      <p:sp>
        <p:nvSpPr>
          <p:cNvPr id="289" name="Google Shape;289;p1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2">
  <p:cSld name="CUSTOM_4_2_1">
    <p:spTree>
      <p:nvGrpSpPr>
        <p:cNvPr id="1" name="Shape 290"/>
        <p:cNvGrpSpPr/>
        <p:nvPr/>
      </p:nvGrpSpPr>
      <p:grpSpPr>
        <a:xfrm>
          <a:off x="0" y="0"/>
          <a:ext cx="0" cy="0"/>
          <a:chOff x="0" y="0"/>
          <a:chExt cx="0" cy="0"/>
        </a:xfrm>
      </p:grpSpPr>
      <p:sp>
        <p:nvSpPr>
          <p:cNvPr id="291" name="Google Shape;291;p16"/>
          <p:cNvSpPr txBox="1">
            <a:spLocks noGrp="1"/>
          </p:cNvSpPr>
          <p:nvPr>
            <p:ph type="subTitle" idx="1"/>
          </p:nvPr>
        </p:nvSpPr>
        <p:spPr>
          <a:xfrm>
            <a:off x="713225" y="1176525"/>
            <a:ext cx="7704000" cy="2563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chemeClr val="dk2"/>
              </a:buClr>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0"/>
              </a:spcBef>
              <a:spcAft>
                <a:spcPts val="0"/>
              </a:spcAft>
              <a:buSzPts val="1200"/>
              <a:buChar char="■"/>
              <a:defRPr/>
            </a:lvl3pPr>
            <a:lvl4pPr lvl="3" algn="ctr" rtl="0">
              <a:lnSpc>
                <a:spcPct val="100000"/>
              </a:lnSpc>
              <a:spcBef>
                <a:spcPts val="0"/>
              </a:spcBef>
              <a:spcAft>
                <a:spcPts val="0"/>
              </a:spcAft>
              <a:buSzPts val="1200"/>
              <a:buChar char="●"/>
              <a:defRPr/>
            </a:lvl4pPr>
            <a:lvl5pPr lvl="4" algn="ctr" rtl="0">
              <a:lnSpc>
                <a:spcPct val="100000"/>
              </a:lnSpc>
              <a:spcBef>
                <a:spcPts val="0"/>
              </a:spcBef>
              <a:spcAft>
                <a:spcPts val="0"/>
              </a:spcAft>
              <a:buSzPts val="1200"/>
              <a:buChar char="○"/>
              <a:defRPr/>
            </a:lvl5pPr>
            <a:lvl6pPr lvl="5" algn="ctr" rtl="0">
              <a:lnSpc>
                <a:spcPct val="100000"/>
              </a:lnSpc>
              <a:spcBef>
                <a:spcPts val="0"/>
              </a:spcBef>
              <a:spcAft>
                <a:spcPts val="0"/>
              </a:spcAft>
              <a:buSzPts val="1200"/>
              <a:buChar char="■"/>
              <a:defRPr/>
            </a:lvl6pPr>
            <a:lvl7pPr lvl="6" algn="ctr" rtl="0">
              <a:lnSpc>
                <a:spcPct val="100000"/>
              </a:lnSpc>
              <a:spcBef>
                <a:spcPts val="0"/>
              </a:spcBef>
              <a:spcAft>
                <a:spcPts val="0"/>
              </a:spcAft>
              <a:buSzPts val="1200"/>
              <a:buChar char="●"/>
              <a:defRPr/>
            </a:lvl7pPr>
            <a:lvl8pPr lvl="7" algn="ctr" rtl="0">
              <a:lnSpc>
                <a:spcPct val="100000"/>
              </a:lnSpc>
              <a:spcBef>
                <a:spcPts val="0"/>
              </a:spcBef>
              <a:spcAft>
                <a:spcPts val="0"/>
              </a:spcAft>
              <a:buSzPts val="1200"/>
              <a:buChar char="○"/>
              <a:defRPr/>
            </a:lvl8pPr>
            <a:lvl9pPr lvl="8" algn="ctr" rtl="0">
              <a:lnSpc>
                <a:spcPct val="100000"/>
              </a:lnSpc>
              <a:spcBef>
                <a:spcPts val="0"/>
              </a:spcBef>
              <a:spcAft>
                <a:spcPts val="0"/>
              </a:spcAft>
              <a:buSzPts val="1200"/>
              <a:buChar char="■"/>
              <a:defRPr/>
            </a:lvl9pPr>
          </a:lstStyle>
          <a:p>
            <a:endParaRPr/>
          </a:p>
        </p:txBody>
      </p:sp>
      <p:grpSp>
        <p:nvGrpSpPr>
          <p:cNvPr id="292" name="Google Shape;292;p16"/>
          <p:cNvGrpSpPr/>
          <p:nvPr/>
        </p:nvGrpSpPr>
        <p:grpSpPr>
          <a:xfrm rot="5400000" flipH="1">
            <a:off x="-490323" y="3150478"/>
            <a:ext cx="2422049" cy="2252750"/>
            <a:chOff x="1298039" y="1316459"/>
            <a:chExt cx="2817319" cy="2620391"/>
          </a:xfrm>
        </p:grpSpPr>
        <p:sp>
          <p:nvSpPr>
            <p:cNvPr id="293" name="Google Shape;293;p16"/>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294" name="Google Shape;294;p16"/>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295" name="Google Shape;295;p16"/>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296" name="Google Shape;296;p16"/>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297" name="Google Shape;297;p16"/>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298" name="Google Shape;298;p16"/>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299" name="Google Shape;299;p16"/>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300" name="Google Shape;300;p16"/>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301" name="Google Shape;301;p16"/>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302" name="Google Shape;302;p16"/>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303" name="Google Shape;303;p16"/>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304" name="Google Shape;304;p16"/>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305" name="Google Shape;305;p16"/>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grpSp>
        <p:nvGrpSpPr>
          <p:cNvPr id="306" name="Google Shape;306;p16"/>
          <p:cNvGrpSpPr/>
          <p:nvPr/>
        </p:nvGrpSpPr>
        <p:grpSpPr>
          <a:xfrm rot="5400000" flipH="1">
            <a:off x="6806602" y="84653"/>
            <a:ext cx="2422049" cy="2252750"/>
            <a:chOff x="1298039" y="1316459"/>
            <a:chExt cx="2817319" cy="2620391"/>
          </a:xfrm>
        </p:grpSpPr>
        <p:sp>
          <p:nvSpPr>
            <p:cNvPr id="307" name="Google Shape;307;p16"/>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308" name="Google Shape;308;p16"/>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309" name="Google Shape;309;p16"/>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310" name="Google Shape;310;p16"/>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311" name="Google Shape;311;p16"/>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312" name="Google Shape;312;p16"/>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313" name="Google Shape;313;p16"/>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314" name="Google Shape;314;p16"/>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315" name="Google Shape;315;p16"/>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316" name="Google Shape;316;p16"/>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317" name="Google Shape;317;p16"/>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318" name="Google Shape;318;p16"/>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319" name="Google Shape;319;p16"/>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grpSp>
        <p:nvGrpSpPr>
          <p:cNvPr id="320" name="Google Shape;320;p16"/>
          <p:cNvGrpSpPr/>
          <p:nvPr/>
        </p:nvGrpSpPr>
        <p:grpSpPr>
          <a:xfrm>
            <a:off x="1" y="1"/>
            <a:ext cx="9144000" cy="5143500"/>
            <a:chOff x="1" y="1"/>
            <a:chExt cx="9144000" cy="5143500"/>
          </a:xfrm>
        </p:grpSpPr>
        <p:pic>
          <p:nvPicPr>
            <p:cNvPr id="321" name="Google Shape;321;p16"/>
            <p:cNvPicPr preferRelativeResize="0"/>
            <p:nvPr/>
          </p:nvPicPr>
          <p:blipFill rotWithShape="1">
            <a:blip r:embed="rId2">
              <a:alphaModFix amt="56000"/>
            </a:blip>
            <a:srcRect l="61099" t="56669" r="7281" b="6359"/>
            <a:stretch>
              <a:fillRect/>
            </a:stretch>
          </p:blipFill>
          <p:spPr>
            <a:xfrm rot="-5400000">
              <a:off x="158801" y="2152576"/>
              <a:ext cx="2832125" cy="3149725"/>
            </a:xfrm>
            <a:prstGeom prst="rect">
              <a:avLst/>
            </a:prstGeom>
            <a:noFill/>
            <a:ln>
              <a:noFill/>
            </a:ln>
          </p:spPr>
        </p:pic>
        <p:pic>
          <p:nvPicPr>
            <p:cNvPr id="322" name="Google Shape;322;p16"/>
            <p:cNvPicPr preferRelativeResize="0"/>
            <p:nvPr/>
          </p:nvPicPr>
          <p:blipFill rotWithShape="1">
            <a:blip r:embed="rId2">
              <a:alphaModFix amt="56000"/>
            </a:blip>
            <a:srcRect l="61099" t="56669" r="7281" b="6359"/>
            <a:stretch>
              <a:fillRect/>
            </a:stretch>
          </p:blipFill>
          <p:spPr>
            <a:xfrm rot="5400000">
              <a:off x="6153076" y="-158799"/>
              <a:ext cx="2832125" cy="3149725"/>
            </a:xfrm>
            <a:prstGeom prst="rect">
              <a:avLst/>
            </a:prstGeom>
            <a:noFill/>
            <a:ln>
              <a:noFill/>
            </a:ln>
          </p:spPr>
        </p:pic>
      </p:grpSp>
      <p:sp>
        <p:nvSpPr>
          <p:cNvPr id="323" name="Google Shape;323;p1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324"/>
        <p:cNvGrpSpPr/>
        <p:nvPr/>
      </p:nvGrpSpPr>
      <p:grpSpPr>
        <a:xfrm>
          <a:off x="0" y="0"/>
          <a:ext cx="0" cy="0"/>
          <a:chOff x="0" y="0"/>
          <a:chExt cx="0" cy="0"/>
        </a:xfrm>
      </p:grpSpPr>
      <p:sp>
        <p:nvSpPr>
          <p:cNvPr id="325" name="Google Shape;325;p1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pic>
        <p:nvPicPr>
          <p:cNvPr id="326" name="Google Shape;326;p17"/>
          <p:cNvPicPr preferRelativeResize="0"/>
          <p:nvPr/>
        </p:nvPicPr>
        <p:blipFill rotWithShape="1">
          <a:blip r:embed="rId2">
            <a:alphaModFix amt="56000"/>
          </a:blip>
          <a:srcRect l="64006" t="59789" r="13555" b="13973"/>
          <a:stretch>
            <a:fillRect/>
          </a:stretch>
        </p:blipFill>
        <p:spPr>
          <a:xfrm rot="-5400000">
            <a:off x="125083" y="2402489"/>
            <a:ext cx="2610075" cy="2902800"/>
          </a:xfrm>
          <a:prstGeom prst="rect">
            <a:avLst/>
          </a:prstGeom>
          <a:noFill/>
          <a:ln>
            <a:noFill/>
          </a:ln>
        </p:spPr>
      </p:pic>
      <p:grpSp>
        <p:nvGrpSpPr>
          <p:cNvPr id="327" name="Google Shape;327;p17"/>
          <p:cNvGrpSpPr/>
          <p:nvPr/>
        </p:nvGrpSpPr>
        <p:grpSpPr>
          <a:xfrm rot="-5400000" flipH="1">
            <a:off x="-495350" y="3632192"/>
            <a:ext cx="2122850" cy="1974464"/>
            <a:chOff x="1298039" y="1316459"/>
            <a:chExt cx="2817319" cy="2620391"/>
          </a:xfrm>
        </p:grpSpPr>
        <p:sp>
          <p:nvSpPr>
            <p:cNvPr id="328" name="Google Shape;328;p17"/>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329" name="Google Shape;329;p17"/>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330" name="Google Shape;330;p17"/>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331" name="Google Shape;331;p17"/>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332" name="Google Shape;332;p17"/>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333" name="Google Shape;333;p17"/>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334" name="Google Shape;334;p17"/>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335" name="Google Shape;335;p17"/>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336" name="Google Shape;336;p17"/>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337" name="Google Shape;337;p17"/>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338" name="Google Shape;338;p17"/>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339" name="Google Shape;339;p17"/>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340" name="Google Shape;340;p17"/>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4_1">
    <p:spTree>
      <p:nvGrpSpPr>
        <p:cNvPr id="1" name="Shape 341"/>
        <p:cNvGrpSpPr/>
        <p:nvPr/>
      </p:nvGrpSpPr>
      <p:grpSpPr>
        <a:xfrm>
          <a:off x="0" y="0"/>
          <a:ext cx="0" cy="0"/>
          <a:chOff x="0" y="0"/>
          <a:chExt cx="0" cy="0"/>
        </a:xfrm>
      </p:grpSpPr>
      <p:sp>
        <p:nvSpPr>
          <p:cNvPr id="342" name="Google Shape;342;p18"/>
          <p:cNvSpPr txBox="1">
            <a:spLocks noGrp="1"/>
          </p:cNvSpPr>
          <p:nvPr>
            <p:ph type="title"/>
          </p:nvPr>
        </p:nvSpPr>
        <p:spPr>
          <a:xfrm>
            <a:off x="713225" y="539500"/>
            <a:ext cx="2192100" cy="1030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43" name="Google Shape;343;p18"/>
          <p:cNvSpPr txBox="1">
            <a:spLocks noGrp="1"/>
          </p:cNvSpPr>
          <p:nvPr>
            <p:ph type="subTitle" idx="1"/>
          </p:nvPr>
        </p:nvSpPr>
        <p:spPr>
          <a:xfrm>
            <a:off x="713225" y="1686100"/>
            <a:ext cx="2192100" cy="103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44" name="Google Shape;344;p18"/>
          <p:cNvSpPr>
            <a:spLocks noGrp="1"/>
          </p:cNvSpPr>
          <p:nvPr>
            <p:ph type="pic" idx="2"/>
          </p:nvPr>
        </p:nvSpPr>
        <p:spPr>
          <a:xfrm>
            <a:off x="5629675" y="554676"/>
            <a:ext cx="2801100" cy="4049400"/>
          </a:xfrm>
          <a:prstGeom prst="rect">
            <a:avLst/>
          </a:prstGeom>
          <a:noFill/>
          <a:ln>
            <a:noFill/>
          </a:ln>
        </p:spPr>
      </p:sp>
      <p:sp>
        <p:nvSpPr>
          <p:cNvPr id="345" name="Google Shape;345;p18"/>
          <p:cNvSpPr>
            <a:spLocks noGrp="1"/>
          </p:cNvSpPr>
          <p:nvPr>
            <p:ph type="pic" idx="3"/>
          </p:nvPr>
        </p:nvSpPr>
        <p:spPr>
          <a:xfrm>
            <a:off x="3149224" y="539500"/>
            <a:ext cx="2304300" cy="2285700"/>
          </a:xfrm>
          <a:prstGeom prst="rect">
            <a:avLst/>
          </a:prstGeom>
          <a:noFill/>
          <a:ln>
            <a:noFill/>
          </a:ln>
        </p:spPr>
      </p:sp>
      <p:sp>
        <p:nvSpPr>
          <p:cNvPr id="346" name="Google Shape;346;p18"/>
          <p:cNvSpPr>
            <a:spLocks noGrp="1"/>
          </p:cNvSpPr>
          <p:nvPr>
            <p:ph type="pic" idx="4"/>
          </p:nvPr>
        </p:nvSpPr>
        <p:spPr>
          <a:xfrm>
            <a:off x="713225" y="3017075"/>
            <a:ext cx="4740300" cy="15870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347"/>
        <p:cNvGrpSpPr/>
        <p:nvPr/>
      </p:nvGrpSpPr>
      <p:grpSpPr>
        <a:xfrm>
          <a:off x="0" y="0"/>
          <a:ext cx="0" cy="0"/>
          <a:chOff x="0" y="0"/>
          <a:chExt cx="0" cy="0"/>
        </a:xfrm>
      </p:grpSpPr>
      <p:grpSp>
        <p:nvGrpSpPr>
          <p:cNvPr id="348" name="Google Shape;348;p19"/>
          <p:cNvGrpSpPr/>
          <p:nvPr/>
        </p:nvGrpSpPr>
        <p:grpSpPr>
          <a:xfrm>
            <a:off x="0" y="0"/>
            <a:ext cx="9144000" cy="5143500"/>
            <a:chOff x="0" y="0"/>
            <a:chExt cx="9144000" cy="5143500"/>
          </a:xfrm>
        </p:grpSpPr>
        <p:pic>
          <p:nvPicPr>
            <p:cNvPr id="349" name="Google Shape;349;p19"/>
            <p:cNvPicPr preferRelativeResize="0"/>
            <p:nvPr/>
          </p:nvPicPr>
          <p:blipFill rotWithShape="1">
            <a:blip r:embed="rId2">
              <a:alphaModFix amt="56000"/>
            </a:blip>
            <a:srcRect l="64006" t="59789" r="13555" b="13973"/>
            <a:stretch>
              <a:fillRect/>
            </a:stretch>
          </p:blipFill>
          <p:spPr>
            <a:xfrm rot="-5400000">
              <a:off x="146362" y="2387063"/>
              <a:ext cx="2610075" cy="2902800"/>
            </a:xfrm>
            <a:prstGeom prst="rect">
              <a:avLst/>
            </a:prstGeom>
            <a:noFill/>
            <a:ln>
              <a:noFill/>
            </a:ln>
          </p:spPr>
        </p:pic>
        <p:pic>
          <p:nvPicPr>
            <p:cNvPr id="350" name="Google Shape;350;p19"/>
            <p:cNvPicPr preferRelativeResize="0"/>
            <p:nvPr/>
          </p:nvPicPr>
          <p:blipFill rotWithShape="1">
            <a:blip r:embed="rId2">
              <a:alphaModFix amt="56000"/>
            </a:blip>
            <a:srcRect l="64006" t="59789" r="13555" b="13973"/>
            <a:stretch>
              <a:fillRect/>
            </a:stretch>
          </p:blipFill>
          <p:spPr>
            <a:xfrm rot="5400000">
              <a:off x="6886025" y="-119900"/>
              <a:ext cx="2138075" cy="2377875"/>
            </a:xfrm>
            <a:prstGeom prst="rect">
              <a:avLst/>
            </a:prstGeom>
            <a:noFill/>
            <a:ln>
              <a:noFill/>
            </a:ln>
          </p:spPr>
        </p:pic>
      </p:grpSp>
      <p:sp>
        <p:nvSpPr>
          <p:cNvPr id="351" name="Google Shape;351;p19"/>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52" name="Google Shape;352;p19"/>
          <p:cNvSpPr txBox="1">
            <a:spLocks noGrp="1"/>
          </p:cNvSpPr>
          <p:nvPr>
            <p:ph type="subTitle" idx="1"/>
          </p:nvPr>
        </p:nvSpPr>
        <p:spPr>
          <a:xfrm>
            <a:off x="720000" y="3026674"/>
            <a:ext cx="2404800" cy="145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53" name="Google Shape;353;p19"/>
          <p:cNvSpPr txBox="1">
            <a:spLocks noGrp="1"/>
          </p:cNvSpPr>
          <p:nvPr>
            <p:ph type="subTitle" idx="2"/>
          </p:nvPr>
        </p:nvSpPr>
        <p:spPr>
          <a:xfrm>
            <a:off x="3369594" y="3026674"/>
            <a:ext cx="2404800" cy="145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54" name="Google Shape;354;p19"/>
          <p:cNvSpPr txBox="1">
            <a:spLocks noGrp="1"/>
          </p:cNvSpPr>
          <p:nvPr>
            <p:ph type="subTitle" idx="3"/>
          </p:nvPr>
        </p:nvSpPr>
        <p:spPr>
          <a:xfrm>
            <a:off x="6019178" y="3026674"/>
            <a:ext cx="2404800" cy="1458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55" name="Google Shape;355;p19"/>
          <p:cNvSpPr txBox="1">
            <a:spLocks noGrp="1"/>
          </p:cNvSpPr>
          <p:nvPr>
            <p:ph type="subTitle" idx="4"/>
          </p:nvPr>
        </p:nvSpPr>
        <p:spPr>
          <a:xfrm>
            <a:off x="720000" y="2538984"/>
            <a:ext cx="2404800" cy="48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56" name="Google Shape;356;p19"/>
          <p:cNvSpPr txBox="1">
            <a:spLocks noGrp="1"/>
          </p:cNvSpPr>
          <p:nvPr>
            <p:ph type="subTitle" idx="5"/>
          </p:nvPr>
        </p:nvSpPr>
        <p:spPr>
          <a:xfrm>
            <a:off x="3369594" y="2538984"/>
            <a:ext cx="2404800" cy="48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57" name="Google Shape;357;p19"/>
          <p:cNvSpPr txBox="1">
            <a:spLocks noGrp="1"/>
          </p:cNvSpPr>
          <p:nvPr>
            <p:ph type="subTitle" idx="6"/>
          </p:nvPr>
        </p:nvSpPr>
        <p:spPr>
          <a:xfrm>
            <a:off x="6019194" y="2538984"/>
            <a:ext cx="2404800" cy="48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58" name="Google Shape;358;p19"/>
          <p:cNvGrpSpPr/>
          <p:nvPr/>
        </p:nvGrpSpPr>
        <p:grpSpPr>
          <a:xfrm rot="5400000" flipH="1">
            <a:off x="7369345" y="-447729"/>
            <a:ext cx="2122850" cy="1974464"/>
            <a:chOff x="1298039" y="1316459"/>
            <a:chExt cx="2817319" cy="2620391"/>
          </a:xfrm>
        </p:grpSpPr>
        <p:sp>
          <p:nvSpPr>
            <p:cNvPr id="359" name="Google Shape;359;p19"/>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360" name="Google Shape;360;p19"/>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361" name="Google Shape;361;p19"/>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362" name="Google Shape;362;p19"/>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363" name="Google Shape;363;p19"/>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364" name="Google Shape;364;p19"/>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365" name="Google Shape;365;p19"/>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366" name="Google Shape;366;p19"/>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367" name="Google Shape;367;p19"/>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368" name="Google Shape;368;p19"/>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369" name="Google Shape;369;p19"/>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370" name="Google Shape;370;p19"/>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371" name="Google Shape;371;p19"/>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372"/>
        <p:cNvGrpSpPr/>
        <p:nvPr/>
      </p:nvGrpSpPr>
      <p:grpSpPr>
        <a:xfrm>
          <a:off x="0" y="0"/>
          <a:ext cx="0" cy="0"/>
          <a:chOff x="0" y="0"/>
          <a:chExt cx="0" cy="0"/>
        </a:xfrm>
      </p:grpSpPr>
      <p:grpSp>
        <p:nvGrpSpPr>
          <p:cNvPr id="373" name="Google Shape;373;p20"/>
          <p:cNvGrpSpPr/>
          <p:nvPr/>
        </p:nvGrpSpPr>
        <p:grpSpPr>
          <a:xfrm rot="10800000" flipH="1">
            <a:off x="0" y="0"/>
            <a:ext cx="9144000" cy="5143500"/>
            <a:chOff x="0" y="0"/>
            <a:chExt cx="9144000" cy="5143500"/>
          </a:xfrm>
        </p:grpSpPr>
        <p:pic>
          <p:nvPicPr>
            <p:cNvPr id="374" name="Google Shape;374;p20"/>
            <p:cNvPicPr preferRelativeResize="0"/>
            <p:nvPr/>
          </p:nvPicPr>
          <p:blipFill rotWithShape="1">
            <a:blip r:embed="rId2">
              <a:alphaModFix amt="56000"/>
            </a:blip>
            <a:srcRect l="64006" t="59789" r="13555" b="13973"/>
            <a:stretch>
              <a:fillRect/>
            </a:stretch>
          </p:blipFill>
          <p:spPr>
            <a:xfrm rot="-5400000">
              <a:off x="146362" y="2387063"/>
              <a:ext cx="2610075" cy="2902800"/>
            </a:xfrm>
            <a:prstGeom prst="rect">
              <a:avLst/>
            </a:prstGeom>
            <a:noFill/>
            <a:ln>
              <a:noFill/>
            </a:ln>
          </p:spPr>
        </p:pic>
        <p:pic>
          <p:nvPicPr>
            <p:cNvPr id="375" name="Google Shape;375;p20"/>
            <p:cNvPicPr preferRelativeResize="0"/>
            <p:nvPr/>
          </p:nvPicPr>
          <p:blipFill rotWithShape="1">
            <a:blip r:embed="rId2">
              <a:alphaModFix amt="56000"/>
            </a:blip>
            <a:srcRect l="64006" t="59789" r="13555" b="13973"/>
            <a:stretch>
              <a:fillRect/>
            </a:stretch>
          </p:blipFill>
          <p:spPr>
            <a:xfrm rot="5400000">
              <a:off x="6886025" y="-119900"/>
              <a:ext cx="2138075" cy="2377875"/>
            </a:xfrm>
            <a:prstGeom prst="rect">
              <a:avLst/>
            </a:prstGeom>
            <a:noFill/>
            <a:ln>
              <a:noFill/>
            </a:ln>
          </p:spPr>
        </p:pic>
      </p:grpSp>
      <p:sp>
        <p:nvSpPr>
          <p:cNvPr id="376" name="Google Shape;376;p20"/>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77" name="Google Shape;377;p20"/>
          <p:cNvSpPr txBox="1">
            <a:spLocks noGrp="1"/>
          </p:cNvSpPr>
          <p:nvPr>
            <p:ph type="subTitle" idx="1"/>
          </p:nvPr>
        </p:nvSpPr>
        <p:spPr>
          <a:xfrm>
            <a:off x="720000" y="1814248"/>
            <a:ext cx="3712800" cy="102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78" name="Google Shape;378;p20"/>
          <p:cNvSpPr txBox="1">
            <a:spLocks noGrp="1"/>
          </p:cNvSpPr>
          <p:nvPr>
            <p:ph type="subTitle" idx="2"/>
          </p:nvPr>
        </p:nvSpPr>
        <p:spPr>
          <a:xfrm>
            <a:off x="4711211" y="1814248"/>
            <a:ext cx="3712800" cy="102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79" name="Google Shape;379;p20"/>
          <p:cNvSpPr txBox="1">
            <a:spLocks noGrp="1"/>
          </p:cNvSpPr>
          <p:nvPr>
            <p:ph type="subTitle" idx="3"/>
          </p:nvPr>
        </p:nvSpPr>
        <p:spPr>
          <a:xfrm>
            <a:off x="720000" y="3542063"/>
            <a:ext cx="3712800" cy="102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80" name="Google Shape;380;p20"/>
          <p:cNvSpPr txBox="1">
            <a:spLocks noGrp="1"/>
          </p:cNvSpPr>
          <p:nvPr>
            <p:ph type="subTitle" idx="4"/>
          </p:nvPr>
        </p:nvSpPr>
        <p:spPr>
          <a:xfrm>
            <a:off x="4711211" y="3542063"/>
            <a:ext cx="3712800" cy="102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81" name="Google Shape;381;p20"/>
          <p:cNvSpPr txBox="1">
            <a:spLocks noGrp="1"/>
          </p:cNvSpPr>
          <p:nvPr>
            <p:ph type="subTitle" idx="5"/>
          </p:nvPr>
        </p:nvSpPr>
        <p:spPr>
          <a:xfrm>
            <a:off x="720001" y="1348050"/>
            <a:ext cx="3712800" cy="46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82" name="Google Shape;382;p20"/>
          <p:cNvSpPr txBox="1">
            <a:spLocks noGrp="1"/>
          </p:cNvSpPr>
          <p:nvPr>
            <p:ph type="subTitle" idx="6"/>
          </p:nvPr>
        </p:nvSpPr>
        <p:spPr>
          <a:xfrm>
            <a:off x="720001" y="3074268"/>
            <a:ext cx="3712800" cy="46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83" name="Google Shape;383;p20"/>
          <p:cNvSpPr txBox="1">
            <a:spLocks noGrp="1"/>
          </p:cNvSpPr>
          <p:nvPr>
            <p:ph type="subTitle" idx="7"/>
          </p:nvPr>
        </p:nvSpPr>
        <p:spPr>
          <a:xfrm>
            <a:off x="4711180" y="1348050"/>
            <a:ext cx="3712800" cy="46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84" name="Google Shape;384;p20"/>
          <p:cNvSpPr txBox="1">
            <a:spLocks noGrp="1"/>
          </p:cNvSpPr>
          <p:nvPr>
            <p:ph type="subTitle" idx="8"/>
          </p:nvPr>
        </p:nvSpPr>
        <p:spPr>
          <a:xfrm>
            <a:off x="4711180" y="3074268"/>
            <a:ext cx="3712800" cy="46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85" name="Google Shape;385;p20"/>
          <p:cNvGrpSpPr/>
          <p:nvPr/>
        </p:nvGrpSpPr>
        <p:grpSpPr>
          <a:xfrm rot="5400000" flipH="1">
            <a:off x="-484155" y="3997296"/>
            <a:ext cx="2122850" cy="1974464"/>
            <a:chOff x="1298039" y="1316459"/>
            <a:chExt cx="2817319" cy="2620391"/>
          </a:xfrm>
        </p:grpSpPr>
        <p:sp>
          <p:nvSpPr>
            <p:cNvPr id="386" name="Google Shape;386;p20"/>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387" name="Google Shape;387;p20"/>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388" name="Google Shape;388;p20"/>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389" name="Google Shape;389;p20"/>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390" name="Google Shape;390;p20"/>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391" name="Google Shape;391;p20"/>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392" name="Google Shape;392;p20"/>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393" name="Google Shape;393;p20"/>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394" name="Google Shape;394;p20"/>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395" name="Google Shape;395;p20"/>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396" name="Google Shape;396;p20"/>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397" name="Google Shape;397;p20"/>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398" name="Google Shape;398;p20"/>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399"/>
        <p:cNvGrpSpPr/>
        <p:nvPr/>
      </p:nvGrpSpPr>
      <p:grpSpPr>
        <a:xfrm>
          <a:off x="0" y="0"/>
          <a:ext cx="0" cy="0"/>
          <a:chOff x="0" y="0"/>
          <a:chExt cx="0" cy="0"/>
        </a:xfrm>
      </p:grpSpPr>
      <p:sp>
        <p:nvSpPr>
          <p:cNvPr id="400" name="Google Shape;400;p21"/>
          <p:cNvSpPr txBox="1">
            <a:spLocks noGrp="1"/>
          </p:cNvSpPr>
          <p:nvPr>
            <p:ph type="title"/>
          </p:nvPr>
        </p:nvSpPr>
        <p:spPr>
          <a:xfrm>
            <a:off x="720000" y="57055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01" name="Google Shape;401;p21"/>
          <p:cNvSpPr txBox="1">
            <a:spLocks noGrp="1"/>
          </p:cNvSpPr>
          <p:nvPr>
            <p:ph type="subTitle" idx="1"/>
          </p:nvPr>
        </p:nvSpPr>
        <p:spPr>
          <a:xfrm>
            <a:off x="720000" y="1699145"/>
            <a:ext cx="22335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2" name="Google Shape;402;p21"/>
          <p:cNvSpPr txBox="1">
            <a:spLocks noGrp="1"/>
          </p:cNvSpPr>
          <p:nvPr>
            <p:ph type="subTitle" idx="2"/>
          </p:nvPr>
        </p:nvSpPr>
        <p:spPr>
          <a:xfrm>
            <a:off x="3455250" y="1699145"/>
            <a:ext cx="22335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3" name="Google Shape;403;p21"/>
          <p:cNvSpPr txBox="1">
            <a:spLocks noGrp="1"/>
          </p:cNvSpPr>
          <p:nvPr>
            <p:ph type="subTitle" idx="3"/>
          </p:nvPr>
        </p:nvSpPr>
        <p:spPr>
          <a:xfrm>
            <a:off x="720000" y="3392664"/>
            <a:ext cx="22335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4" name="Google Shape;404;p21"/>
          <p:cNvSpPr txBox="1">
            <a:spLocks noGrp="1"/>
          </p:cNvSpPr>
          <p:nvPr>
            <p:ph type="subTitle" idx="4"/>
          </p:nvPr>
        </p:nvSpPr>
        <p:spPr>
          <a:xfrm>
            <a:off x="3455250" y="3392664"/>
            <a:ext cx="22335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5" name="Google Shape;405;p21"/>
          <p:cNvSpPr txBox="1">
            <a:spLocks noGrp="1"/>
          </p:cNvSpPr>
          <p:nvPr>
            <p:ph type="subTitle" idx="5"/>
          </p:nvPr>
        </p:nvSpPr>
        <p:spPr>
          <a:xfrm>
            <a:off x="6190500" y="1699145"/>
            <a:ext cx="22335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6" name="Google Shape;406;p21"/>
          <p:cNvSpPr txBox="1">
            <a:spLocks noGrp="1"/>
          </p:cNvSpPr>
          <p:nvPr>
            <p:ph type="subTitle" idx="6"/>
          </p:nvPr>
        </p:nvSpPr>
        <p:spPr>
          <a:xfrm>
            <a:off x="6190500" y="3392664"/>
            <a:ext cx="22335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7" name="Google Shape;407;p21"/>
          <p:cNvSpPr txBox="1">
            <a:spLocks noGrp="1"/>
          </p:cNvSpPr>
          <p:nvPr>
            <p:ph type="subTitle" idx="7"/>
          </p:nvPr>
        </p:nvSpPr>
        <p:spPr>
          <a:xfrm>
            <a:off x="720000" y="1398259"/>
            <a:ext cx="2233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08" name="Google Shape;408;p21"/>
          <p:cNvSpPr txBox="1">
            <a:spLocks noGrp="1"/>
          </p:cNvSpPr>
          <p:nvPr>
            <p:ph type="subTitle" idx="8"/>
          </p:nvPr>
        </p:nvSpPr>
        <p:spPr>
          <a:xfrm>
            <a:off x="3455250" y="1398259"/>
            <a:ext cx="2231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09" name="Google Shape;409;p21"/>
          <p:cNvSpPr txBox="1">
            <a:spLocks noGrp="1"/>
          </p:cNvSpPr>
          <p:nvPr>
            <p:ph type="subTitle" idx="9"/>
          </p:nvPr>
        </p:nvSpPr>
        <p:spPr>
          <a:xfrm>
            <a:off x="6190500" y="1398259"/>
            <a:ext cx="2231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10" name="Google Shape;410;p21"/>
          <p:cNvSpPr txBox="1">
            <a:spLocks noGrp="1"/>
          </p:cNvSpPr>
          <p:nvPr>
            <p:ph type="subTitle" idx="13"/>
          </p:nvPr>
        </p:nvSpPr>
        <p:spPr>
          <a:xfrm>
            <a:off x="720000" y="3091784"/>
            <a:ext cx="22335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11" name="Google Shape;411;p21"/>
          <p:cNvSpPr txBox="1">
            <a:spLocks noGrp="1"/>
          </p:cNvSpPr>
          <p:nvPr>
            <p:ph type="subTitle" idx="14"/>
          </p:nvPr>
        </p:nvSpPr>
        <p:spPr>
          <a:xfrm>
            <a:off x="3455250" y="3091784"/>
            <a:ext cx="2231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12" name="Google Shape;412;p21"/>
          <p:cNvSpPr txBox="1">
            <a:spLocks noGrp="1"/>
          </p:cNvSpPr>
          <p:nvPr>
            <p:ph type="subTitle" idx="15"/>
          </p:nvPr>
        </p:nvSpPr>
        <p:spPr>
          <a:xfrm>
            <a:off x="6190500" y="3091784"/>
            <a:ext cx="2231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IBM Plex Sans SemiBold" panose="020B0803050203000203"/>
                <a:ea typeface="IBM Plex Sans SemiBold" panose="020B0803050203000203"/>
                <a:cs typeface="IBM Plex Sans SemiBold" panose="020B0803050203000203"/>
                <a:sym typeface="IBM Plex Sans SemiBold" panose="020B0803050203000203"/>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413" name="Google Shape;413;p21"/>
          <p:cNvGrpSpPr/>
          <p:nvPr/>
        </p:nvGrpSpPr>
        <p:grpSpPr>
          <a:xfrm rot="5400000" flipH="1">
            <a:off x="7440845" y="-386579"/>
            <a:ext cx="2122850" cy="1974464"/>
            <a:chOff x="1298039" y="1316459"/>
            <a:chExt cx="2817319" cy="2620391"/>
          </a:xfrm>
        </p:grpSpPr>
        <p:sp>
          <p:nvSpPr>
            <p:cNvPr id="414" name="Google Shape;414;p21"/>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415" name="Google Shape;415;p21"/>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416" name="Google Shape;416;p21"/>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417" name="Google Shape;417;p21"/>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418" name="Google Shape;418;p21"/>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419" name="Google Shape;419;p21"/>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420" name="Google Shape;420;p21"/>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421" name="Google Shape;421;p21"/>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422" name="Google Shape;422;p21"/>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423" name="Google Shape;423;p21"/>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424" name="Google Shape;424;p21"/>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425" name="Google Shape;425;p21"/>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426" name="Google Shape;426;p21"/>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pic>
        <p:nvPicPr>
          <p:cNvPr id="427" name="Google Shape;427;p21"/>
          <p:cNvPicPr preferRelativeResize="0"/>
          <p:nvPr/>
        </p:nvPicPr>
        <p:blipFill rotWithShape="1">
          <a:blip r:embed="rId2">
            <a:alphaModFix amt="56000"/>
          </a:blip>
          <a:srcRect l="64006" t="59789" r="13555" b="13973"/>
          <a:stretch>
            <a:fillRect/>
          </a:stretch>
        </p:blipFill>
        <p:spPr>
          <a:xfrm rot="-5400000">
            <a:off x="146362" y="2387063"/>
            <a:ext cx="2610075" cy="29028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428"/>
        <p:cNvGrpSpPr/>
        <p:nvPr/>
      </p:nvGrpSpPr>
      <p:grpSpPr>
        <a:xfrm>
          <a:off x="0" y="0"/>
          <a:ext cx="0" cy="0"/>
          <a:chOff x="0" y="0"/>
          <a:chExt cx="0" cy="0"/>
        </a:xfrm>
      </p:grpSpPr>
      <p:sp>
        <p:nvSpPr>
          <p:cNvPr id="429" name="Google Shape;429;p22"/>
          <p:cNvSpPr txBox="1">
            <a:spLocks noGrp="1"/>
          </p:cNvSpPr>
          <p:nvPr>
            <p:ph type="title" hasCustomPrompt="1"/>
          </p:nvPr>
        </p:nvSpPr>
        <p:spPr>
          <a:xfrm>
            <a:off x="798388" y="2773432"/>
            <a:ext cx="3492600" cy="768900"/>
          </a:xfrm>
          <a:prstGeom prst="rect">
            <a:avLst/>
          </a:prstGeom>
          <a:solidFill>
            <a:srgbClr val="FFFFFF">
              <a:alpha val="17650"/>
            </a:srgbClr>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430" name="Google Shape;430;p22"/>
          <p:cNvSpPr txBox="1">
            <a:spLocks noGrp="1"/>
          </p:cNvSpPr>
          <p:nvPr>
            <p:ph type="subTitle" idx="1"/>
          </p:nvPr>
        </p:nvSpPr>
        <p:spPr>
          <a:xfrm>
            <a:off x="798388" y="3608554"/>
            <a:ext cx="3492600" cy="32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panose="020B0503020203020204"/>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9pPr>
          </a:lstStyle>
          <a:p>
            <a:endParaRPr/>
          </a:p>
        </p:txBody>
      </p:sp>
      <p:sp>
        <p:nvSpPr>
          <p:cNvPr id="431" name="Google Shape;431;p22"/>
          <p:cNvSpPr txBox="1">
            <a:spLocks noGrp="1"/>
          </p:cNvSpPr>
          <p:nvPr>
            <p:ph type="title" idx="2" hasCustomPrompt="1"/>
          </p:nvPr>
        </p:nvSpPr>
        <p:spPr>
          <a:xfrm>
            <a:off x="2825700" y="1214846"/>
            <a:ext cx="3492600" cy="768900"/>
          </a:xfrm>
          <a:prstGeom prst="rect">
            <a:avLst/>
          </a:prstGeom>
          <a:solidFill>
            <a:srgbClr val="FFFFFF">
              <a:alpha val="17650"/>
            </a:srgbClr>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432" name="Google Shape;432;p22"/>
          <p:cNvSpPr txBox="1">
            <a:spLocks noGrp="1"/>
          </p:cNvSpPr>
          <p:nvPr>
            <p:ph type="subTitle" idx="3"/>
          </p:nvPr>
        </p:nvSpPr>
        <p:spPr>
          <a:xfrm>
            <a:off x="2825700" y="2049958"/>
            <a:ext cx="3492600" cy="32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panose="020B0503020203020204"/>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9pPr>
          </a:lstStyle>
          <a:p>
            <a:endParaRPr/>
          </a:p>
        </p:txBody>
      </p:sp>
      <p:sp>
        <p:nvSpPr>
          <p:cNvPr id="433" name="Google Shape;433;p22"/>
          <p:cNvSpPr txBox="1">
            <a:spLocks noGrp="1"/>
          </p:cNvSpPr>
          <p:nvPr>
            <p:ph type="title" idx="4" hasCustomPrompt="1"/>
          </p:nvPr>
        </p:nvSpPr>
        <p:spPr>
          <a:xfrm>
            <a:off x="4853013" y="2773432"/>
            <a:ext cx="3492600" cy="768900"/>
          </a:xfrm>
          <a:prstGeom prst="rect">
            <a:avLst/>
          </a:prstGeom>
          <a:solidFill>
            <a:srgbClr val="FFFFFF">
              <a:alpha val="17650"/>
            </a:srgbClr>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434" name="Google Shape;434;p22"/>
          <p:cNvSpPr txBox="1">
            <a:spLocks noGrp="1"/>
          </p:cNvSpPr>
          <p:nvPr>
            <p:ph type="subTitle" idx="5"/>
          </p:nvPr>
        </p:nvSpPr>
        <p:spPr>
          <a:xfrm>
            <a:off x="4853013" y="3608554"/>
            <a:ext cx="3492600" cy="32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panose="020B0503020203020204"/>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9pPr>
          </a:lstStyle>
          <a:p>
            <a:endParaRPr/>
          </a:p>
        </p:txBody>
      </p:sp>
      <p:grpSp>
        <p:nvGrpSpPr>
          <p:cNvPr id="435" name="Google Shape;435;p22"/>
          <p:cNvGrpSpPr/>
          <p:nvPr/>
        </p:nvGrpSpPr>
        <p:grpSpPr>
          <a:xfrm rot="5400000" flipH="1">
            <a:off x="-490323" y="3150478"/>
            <a:ext cx="2422049" cy="2252750"/>
            <a:chOff x="1298039" y="1316459"/>
            <a:chExt cx="2817319" cy="2620391"/>
          </a:xfrm>
        </p:grpSpPr>
        <p:sp>
          <p:nvSpPr>
            <p:cNvPr id="436" name="Google Shape;436;p22"/>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437" name="Google Shape;437;p22"/>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438" name="Google Shape;438;p22"/>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439" name="Google Shape;439;p22"/>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440" name="Google Shape;440;p22"/>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441" name="Google Shape;441;p22"/>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442" name="Google Shape;442;p22"/>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443" name="Google Shape;443;p22"/>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444" name="Google Shape;444;p22"/>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445" name="Google Shape;445;p22"/>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446" name="Google Shape;446;p22"/>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447" name="Google Shape;447;p22"/>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448" name="Google Shape;448;p22"/>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grpSp>
        <p:nvGrpSpPr>
          <p:cNvPr id="449" name="Google Shape;449;p22"/>
          <p:cNvGrpSpPr/>
          <p:nvPr/>
        </p:nvGrpSpPr>
        <p:grpSpPr>
          <a:xfrm rot="5400000" flipH="1">
            <a:off x="6806602" y="84653"/>
            <a:ext cx="2422049" cy="2252750"/>
            <a:chOff x="1298039" y="1316459"/>
            <a:chExt cx="2817319" cy="2620391"/>
          </a:xfrm>
        </p:grpSpPr>
        <p:sp>
          <p:nvSpPr>
            <p:cNvPr id="450" name="Google Shape;450;p22"/>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451" name="Google Shape;451;p22"/>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452" name="Google Shape;452;p22"/>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453" name="Google Shape;453;p22"/>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454" name="Google Shape;454;p22"/>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455" name="Google Shape;455;p22"/>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456" name="Google Shape;456;p22"/>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457" name="Google Shape;457;p22"/>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458" name="Google Shape;458;p22"/>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459" name="Google Shape;459;p22"/>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460" name="Google Shape;460;p22"/>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461" name="Google Shape;461;p22"/>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462" name="Google Shape;462;p22"/>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grpSp>
        <p:nvGrpSpPr>
          <p:cNvPr id="463" name="Google Shape;463;p22"/>
          <p:cNvGrpSpPr/>
          <p:nvPr/>
        </p:nvGrpSpPr>
        <p:grpSpPr>
          <a:xfrm rot="10800000" flipH="1">
            <a:off x="1" y="1"/>
            <a:ext cx="9144000" cy="5143500"/>
            <a:chOff x="1" y="1"/>
            <a:chExt cx="9144000" cy="5143500"/>
          </a:xfrm>
        </p:grpSpPr>
        <p:pic>
          <p:nvPicPr>
            <p:cNvPr id="464" name="Google Shape;464;p22"/>
            <p:cNvPicPr preferRelativeResize="0"/>
            <p:nvPr/>
          </p:nvPicPr>
          <p:blipFill rotWithShape="1">
            <a:blip r:embed="rId2">
              <a:alphaModFix amt="56000"/>
            </a:blip>
            <a:srcRect l="61099" t="56669" r="7281" b="6359"/>
            <a:stretch>
              <a:fillRect/>
            </a:stretch>
          </p:blipFill>
          <p:spPr>
            <a:xfrm rot="-5400000">
              <a:off x="158801" y="2152576"/>
              <a:ext cx="2832125" cy="3149725"/>
            </a:xfrm>
            <a:prstGeom prst="rect">
              <a:avLst/>
            </a:prstGeom>
            <a:noFill/>
            <a:ln>
              <a:noFill/>
            </a:ln>
          </p:spPr>
        </p:pic>
        <p:pic>
          <p:nvPicPr>
            <p:cNvPr id="465" name="Google Shape;465;p22"/>
            <p:cNvPicPr preferRelativeResize="0"/>
            <p:nvPr/>
          </p:nvPicPr>
          <p:blipFill rotWithShape="1">
            <a:blip r:embed="rId2">
              <a:alphaModFix amt="56000"/>
            </a:blip>
            <a:srcRect l="61099" t="56669" r="7281" b="6359"/>
            <a:stretch>
              <a:fillRect/>
            </a:stretch>
          </p:blipFill>
          <p:spPr>
            <a:xfrm rot="5400000">
              <a:off x="6153076" y="-158799"/>
              <a:ext cx="2832125" cy="3149725"/>
            </a:xfrm>
            <a:prstGeom prst="rect">
              <a:avLst/>
            </a:prstGeom>
            <a:noFill/>
            <a:ln>
              <a:noFill/>
            </a:ln>
          </p:spPr>
        </p:pic>
      </p:grpSp>
      <p:grpSp>
        <p:nvGrpSpPr>
          <p:cNvPr id="466" name="Google Shape;466;p22"/>
          <p:cNvGrpSpPr/>
          <p:nvPr/>
        </p:nvGrpSpPr>
        <p:grpSpPr>
          <a:xfrm flipH="1">
            <a:off x="4993800" y="104870"/>
            <a:ext cx="3785361" cy="539482"/>
            <a:chOff x="0" y="-12"/>
            <a:chExt cx="6234125" cy="888475"/>
          </a:xfrm>
        </p:grpSpPr>
        <p:pic>
          <p:nvPicPr>
            <p:cNvPr id="467" name="Google Shape;467;p22"/>
            <p:cNvPicPr preferRelativeResize="0"/>
            <p:nvPr/>
          </p:nvPicPr>
          <p:blipFill>
            <a:blip r:embed="rId3"/>
            <a:stretch>
              <a:fillRect/>
            </a:stretch>
          </p:blipFill>
          <p:spPr>
            <a:xfrm>
              <a:off x="0" y="-12"/>
              <a:ext cx="5295900" cy="581025"/>
            </a:xfrm>
            <a:prstGeom prst="rect">
              <a:avLst/>
            </a:prstGeom>
            <a:noFill/>
            <a:ln>
              <a:noFill/>
            </a:ln>
          </p:spPr>
        </p:pic>
        <p:pic>
          <p:nvPicPr>
            <p:cNvPr id="468" name="Google Shape;468;p22"/>
            <p:cNvPicPr preferRelativeResize="0"/>
            <p:nvPr/>
          </p:nvPicPr>
          <p:blipFill>
            <a:blip r:embed="rId3"/>
            <a:stretch>
              <a:fillRect/>
            </a:stretch>
          </p:blipFill>
          <p:spPr>
            <a:xfrm>
              <a:off x="938225" y="307438"/>
              <a:ext cx="5295900" cy="581025"/>
            </a:xfrm>
            <a:prstGeom prst="rect">
              <a:avLst/>
            </a:prstGeom>
            <a:noFill/>
            <a:ln>
              <a:noFill/>
            </a:ln>
          </p:spPr>
        </p:pic>
      </p:grpSp>
      <p:grpSp>
        <p:nvGrpSpPr>
          <p:cNvPr id="469" name="Google Shape;469;p22"/>
          <p:cNvGrpSpPr/>
          <p:nvPr/>
        </p:nvGrpSpPr>
        <p:grpSpPr>
          <a:xfrm flipH="1">
            <a:off x="505650" y="4469295"/>
            <a:ext cx="3785361" cy="539482"/>
            <a:chOff x="0" y="-12"/>
            <a:chExt cx="6234125" cy="888475"/>
          </a:xfrm>
        </p:grpSpPr>
        <p:pic>
          <p:nvPicPr>
            <p:cNvPr id="470" name="Google Shape;470;p22"/>
            <p:cNvPicPr preferRelativeResize="0"/>
            <p:nvPr/>
          </p:nvPicPr>
          <p:blipFill>
            <a:blip r:embed="rId3"/>
            <a:stretch>
              <a:fillRect/>
            </a:stretch>
          </p:blipFill>
          <p:spPr>
            <a:xfrm>
              <a:off x="0" y="-12"/>
              <a:ext cx="5295900" cy="581025"/>
            </a:xfrm>
            <a:prstGeom prst="rect">
              <a:avLst/>
            </a:prstGeom>
            <a:noFill/>
            <a:ln>
              <a:noFill/>
            </a:ln>
          </p:spPr>
        </p:pic>
        <p:pic>
          <p:nvPicPr>
            <p:cNvPr id="471" name="Google Shape;471;p22"/>
            <p:cNvPicPr preferRelativeResize="0"/>
            <p:nvPr/>
          </p:nvPicPr>
          <p:blipFill>
            <a:blip r:embed="rId3"/>
            <a:stretch>
              <a:fillRect/>
            </a:stretch>
          </p:blipFill>
          <p:spPr>
            <a:xfrm>
              <a:off x="938225" y="307438"/>
              <a:ext cx="5295900" cy="581025"/>
            </a:xfrm>
            <a:prstGeom prst="rect">
              <a:avLst/>
            </a:prstGeom>
            <a:noFill/>
            <a:ln>
              <a:noFill/>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472"/>
        <p:cNvGrpSpPr/>
        <p:nvPr/>
      </p:nvGrpSpPr>
      <p:grpSpPr>
        <a:xfrm>
          <a:off x="0" y="0"/>
          <a:ext cx="0" cy="0"/>
          <a:chOff x="0" y="0"/>
          <a:chExt cx="0" cy="0"/>
        </a:xfrm>
      </p:grpSpPr>
      <p:sp>
        <p:nvSpPr>
          <p:cNvPr id="473" name="Google Shape;473;p23"/>
          <p:cNvSpPr txBox="1">
            <a:spLocks noGrp="1"/>
          </p:cNvSpPr>
          <p:nvPr>
            <p:ph type="title"/>
          </p:nvPr>
        </p:nvSpPr>
        <p:spPr>
          <a:xfrm>
            <a:off x="2347938" y="692400"/>
            <a:ext cx="4448100" cy="1058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74" name="Google Shape;474;p23"/>
          <p:cNvSpPr txBox="1">
            <a:spLocks noGrp="1"/>
          </p:cNvSpPr>
          <p:nvPr>
            <p:ph type="subTitle" idx="1"/>
          </p:nvPr>
        </p:nvSpPr>
        <p:spPr>
          <a:xfrm>
            <a:off x="2347900" y="1711382"/>
            <a:ext cx="4448100" cy="115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75" name="Google Shape;475;p23"/>
          <p:cNvSpPr txBox="1"/>
          <p:nvPr/>
        </p:nvSpPr>
        <p:spPr>
          <a:xfrm>
            <a:off x="2099100" y="3611950"/>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GB" sz="1000" b="1">
                <a:solidFill>
                  <a:schemeClr val="dk1"/>
                </a:solidFill>
                <a:latin typeface="Catamaran"/>
                <a:ea typeface="Catamaran"/>
                <a:cs typeface="Catamaran"/>
                <a:sym typeface="Catamaran"/>
              </a:rPr>
              <a:t>CREDITS:</a:t>
            </a:r>
            <a:r>
              <a:rPr lang="en-GB" sz="1000">
                <a:solidFill>
                  <a:schemeClr val="dk1"/>
                </a:solidFill>
                <a:latin typeface="Catamaran"/>
                <a:ea typeface="Catamaran"/>
                <a:cs typeface="Catamaran"/>
                <a:sym typeface="Catamaran"/>
              </a:rPr>
              <a:t> This presentation template was created by </a:t>
            </a:r>
            <a:r>
              <a:rPr lang="en-GB" sz="1000" b="1" u="sng">
                <a:solidFill>
                  <a:schemeClr val="hlink"/>
                </a:solidFill>
                <a:latin typeface="Catamaran"/>
                <a:ea typeface="Catamaran"/>
                <a:cs typeface="Catamaran"/>
                <a:sym typeface="Catamaran"/>
                <a:hlinkClick r:id="rId2"/>
              </a:rPr>
              <a:t>Slidesgo</a:t>
            </a:r>
            <a:r>
              <a:rPr lang="en-GB" sz="1000">
                <a:solidFill>
                  <a:schemeClr val="dk1"/>
                </a:solidFill>
                <a:latin typeface="Catamaran"/>
                <a:ea typeface="Catamaran"/>
                <a:cs typeface="Catamaran"/>
                <a:sym typeface="Catamaran"/>
              </a:rPr>
              <a:t>, and includes icons by </a:t>
            </a:r>
            <a:r>
              <a:rPr lang="en-GB" sz="1000" b="1" u="sng">
                <a:solidFill>
                  <a:schemeClr val="dk1"/>
                </a:solidFill>
                <a:latin typeface="Catamaran"/>
                <a:ea typeface="Catamaran"/>
                <a:cs typeface="Catamaran"/>
                <a:sym typeface="Catamaran"/>
                <a:hlinkClick r:id="rId3"/>
              </a:rPr>
              <a:t>Flaticon</a:t>
            </a:r>
            <a:r>
              <a:rPr lang="en-GB" sz="1000">
                <a:solidFill>
                  <a:schemeClr val="dk1"/>
                </a:solidFill>
                <a:latin typeface="Catamaran"/>
                <a:ea typeface="Catamaran"/>
                <a:cs typeface="Catamaran"/>
                <a:sym typeface="Catamaran"/>
              </a:rPr>
              <a:t>, and infographics &amp; images by </a:t>
            </a:r>
            <a:r>
              <a:rPr lang="en-GB" sz="1000" b="1" u="sng">
                <a:solidFill>
                  <a:schemeClr val="dk1"/>
                </a:solidFill>
                <a:latin typeface="Catamaran"/>
                <a:ea typeface="Catamaran"/>
                <a:cs typeface="Catamaran"/>
                <a:sym typeface="Catamaran"/>
                <a:hlinkClick r:id="rId4"/>
              </a:rPr>
              <a:t>Freepik</a:t>
            </a:r>
            <a:r>
              <a:rPr lang="en-GB" sz="1000" u="sng">
                <a:solidFill>
                  <a:schemeClr val="dk1"/>
                </a:solidFill>
                <a:latin typeface="Catamaran"/>
                <a:ea typeface="Catamaran"/>
                <a:cs typeface="Catamaran"/>
                <a:sym typeface="Catamaran"/>
              </a:rPr>
              <a:t> </a:t>
            </a:r>
            <a:endParaRPr sz="1000" b="1" u="sng">
              <a:solidFill>
                <a:schemeClr val="dk1"/>
              </a:solidFill>
              <a:latin typeface="Catamaran"/>
              <a:ea typeface="Catamaran"/>
              <a:cs typeface="Catamaran"/>
              <a:sym typeface="Catamaran"/>
            </a:endParaRPr>
          </a:p>
        </p:txBody>
      </p:sp>
      <p:grpSp>
        <p:nvGrpSpPr>
          <p:cNvPr id="476" name="Google Shape;476;p23"/>
          <p:cNvGrpSpPr/>
          <p:nvPr/>
        </p:nvGrpSpPr>
        <p:grpSpPr>
          <a:xfrm>
            <a:off x="0" y="-3175"/>
            <a:ext cx="9144000" cy="5146675"/>
            <a:chOff x="0" y="-3175"/>
            <a:chExt cx="9144000" cy="5146675"/>
          </a:xfrm>
        </p:grpSpPr>
        <p:pic>
          <p:nvPicPr>
            <p:cNvPr id="477" name="Google Shape;477;p23"/>
            <p:cNvPicPr preferRelativeResize="0"/>
            <p:nvPr/>
          </p:nvPicPr>
          <p:blipFill rotWithShape="1">
            <a:blip r:embed="rId5">
              <a:alphaModFix amt="56000"/>
            </a:blip>
            <a:srcRect l="54912" t="53925" r="13248" b="12679"/>
            <a:stretch>
              <a:fillRect/>
            </a:stretch>
          </p:blipFill>
          <p:spPr>
            <a:xfrm>
              <a:off x="0" y="-3175"/>
              <a:ext cx="2860000" cy="2853225"/>
            </a:xfrm>
            <a:prstGeom prst="rect">
              <a:avLst/>
            </a:prstGeom>
            <a:noFill/>
            <a:ln>
              <a:noFill/>
            </a:ln>
          </p:spPr>
        </p:pic>
        <p:pic>
          <p:nvPicPr>
            <p:cNvPr id="478" name="Google Shape;478;p23"/>
            <p:cNvPicPr preferRelativeResize="0"/>
            <p:nvPr/>
          </p:nvPicPr>
          <p:blipFill rotWithShape="1">
            <a:blip r:embed="rId5">
              <a:alphaModFix amt="56000"/>
            </a:blip>
            <a:srcRect l="54912" t="53925" r="13248" b="12679"/>
            <a:stretch>
              <a:fillRect/>
            </a:stretch>
          </p:blipFill>
          <p:spPr>
            <a:xfrm rot="10800000">
              <a:off x="6284000" y="2290275"/>
              <a:ext cx="2860000" cy="2853225"/>
            </a:xfrm>
            <a:prstGeom prst="rect">
              <a:avLst/>
            </a:prstGeom>
            <a:noFill/>
            <a:ln>
              <a:noFill/>
            </a:ln>
          </p:spPr>
        </p:pic>
      </p:grpSp>
      <p:grpSp>
        <p:nvGrpSpPr>
          <p:cNvPr id="479" name="Google Shape;479;p23"/>
          <p:cNvGrpSpPr/>
          <p:nvPr/>
        </p:nvGrpSpPr>
        <p:grpSpPr>
          <a:xfrm>
            <a:off x="-479385" y="809493"/>
            <a:ext cx="10268287" cy="2929730"/>
            <a:chOff x="-479385" y="809493"/>
            <a:chExt cx="10268287" cy="2929730"/>
          </a:xfrm>
        </p:grpSpPr>
        <p:grpSp>
          <p:nvGrpSpPr>
            <p:cNvPr id="480" name="Google Shape;480;p23"/>
            <p:cNvGrpSpPr/>
            <p:nvPr/>
          </p:nvGrpSpPr>
          <p:grpSpPr>
            <a:xfrm flipH="1">
              <a:off x="6859172" y="990461"/>
              <a:ext cx="2929730" cy="2724944"/>
              <a:chOff x="1298039" y="1316459"/>
              <a:chExt cx="2817319" cy="2620391"/>
            </a:xfrm>
          </p:grpSpPr>
          <p:sp>
            <p:nvSpPr>
              <p:cNvPr id="481" name="Google Shape;481;p23"/>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482" name="Google Shape;482;p23"/>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483" name="Google Shape;483;p23"/>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484" name="Google Shape;484;p23"/>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485" name="Google Shape;485;p23"/>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486" name="Google Shape;486;p23"/>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487" name="Google Shape;487;p23"/>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488" name="Google Shape;488;p23"/>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489" name="Google Shape;489;p23"/>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490" name="Google Shape;490;p23"/>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491" name="Google Shape;491;p23"/>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492" name="Google Shape;492;p23"/>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493" name="Google Shape;493;p23"/>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grpSp>
          <p:nvGrpSpPr>
            <p:cNvPr id="494" name="Google Shape;494;p23"/>
            <p:cNvGrpSpPr/>
            <p:nvPr/>
          </p:nvGrpSpPr>
          <p:grpSpPr>
            <a:xfrm rot="5400000" flipH="1">
              <a:off x="-581778" y="911886"/>
              <a:ext cx="2929730" cy="2724944"/>
              <a:chOff x="1298039" y="1316459"/>
              <a:chExt cx="2817319" cy="2620391"/>
            </a:xfrm>
          </p:grpSpPr>
          <p:sp>
            <p:nvSpPr>
              <p:cNvPr id="495" name="Google Shape;495;p23"/>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496" name="Google Shape;496;p23"/>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497" name="Google Shape;497;p23"/>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498" name="Google Shape;498;p23"/>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499" name="Google Shape;499;p23"/>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500" name="Google Shape;500;p23"/>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501" name="Google Shape;501;p23"/>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502" name="Google Shape;502;p23"/>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503" name="Google Shape;503;p23"/>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504" name="Google Shape;504;p23"/>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505" name="Google Shape;505;p23"/>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506" name="Google Shape;506;p23"/>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507" name="Google Shape;507;p23"/>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grpSp>
      <p:grpSp>
        <p:nvGrpSpPr>
          <p:cNvPr id="508" name="Google Shape;508;p23"/>
          <p:cNvGrpSpPr/>
          <p:nvPr/>
        </p:nvGrpSpPr>
        <p:grpSpPr>
          <a:xfrm flipH="1">
            <a:off x="259725" y="4497745"/>
            <a:ext cx="3785361" cy="539482"/>
            <a:chOff x="0" y="-12"/>
            <a:chExt cx="6234125" cy="888475"/>
          </a:xfrm>
        </p:grpSpPr>
        <p:pic>
          <p:nvPicPr>
            <p:cNvPr id="509" name="Google Shape;509;p23"/>
            <p:cNvPicPr preferRelativeResize="0"/>
            <p:nvPr/>
          </p:nvPicPr>
          <p:blipFill>
            <a:blip r:embed="rId6"/>
            <a:stretch>
              <a:fillRect/>
            </a:stretch>
          </p:blipFill>
          <p:spPr>
            <a:xfrm>
              <a:off x="0" y="-12"/>
              <a:ext cx="5295900" cy="581025"/>
            </a:xfrm>
            <a:prstGeom prst="rect">
              <a:avLst/>
            </a:prstGeom>
            <a:noFill/>
            <a:ln>
              <a:noFill/>
            </a:ln>
          </p:spPr>
        </p:pic>
        <p:pic>
          <p:nvPicPr>
            <p:cNvPr id="510" name="Google Shape;510;p23"/>
            <p:cNvPicPr preferRelativeResize="0"/>
            <p:nvPr/>
          </p:nvPicPr>
          <p:blipFill>
            <a:blip r:embed="rId6"/>
            <a:stretch>
              <a:fillRect/>
            </a:stretch>
          </p:blipFill>
          <p:spPr>
            <a:xfrm>
              <a:off x="938225" y="307438"/>
              <a:ext cx="5295900" cy="581025"/>
            </a:xfrm>
            <a:prstGeom prst="rect">
              <a:avLst/>
            </a:prstGeom>
            <a:noFill/>
            <a:ln>
              <a:noFill/>
            </a:ln>
          </p:spPr>
        </p:pic>
      </p:grpSp>
      <p:grpSp>
        <p:nvGrpSpPr>
          <p:cNvPr id="511" name="Google Shape;511;p23"/>
          <p:cNvGrpSpPr/>
          <p:nvPr/>
        </p:nvGrpSpPr>
        <p:grpSpPr>
          <a:xfrm flipH="1">
            <a:off x="5302450" y="-5"/>
            <a:ext cx="3785361" cy="539482"/>
            <a:chOff x="0" y="-12"/>
            <a:chExt cx="6234125" cy="888475"/>
          </a:xfrm>
        </p:grpSpPr>
        <p:pic>
          <p:nvPicPr>
            <p:cNvPr id="512" name="Google Shape;512;p23"/>
            <p:cNvPicPr preferRelativeResize="0"/>
            <p:nvPr/>
          </p:nvPicPr>
          <p:blipFill>
            <a:blip r:embed="rId6"/>
            <a:stretch>
              <a:fillRect/>
            </a:stretch>
          </p:blipFill>
          <p:spPr>
            <a:xfrm>
              <a:off x="0" y="-12"/>
              <a:ext cx="5295900" cy="581025"/>
            </a:xfrm>
            <a:prstGeom prst="rect">
              <a:avLst/>
            </a:prstGeom>
            <a:noFill/>
            <a:ln>
              <a:noFill/>
            </a:ln>
          </p:spPr>
        </p:pic>
        <p:pic>
          <p:nvPicPr>
            <p:cNvPr id="513" name="Google Shape;513;p23"/>
            <p:cNvPicPr preferRelativeResize="0"/>
            <p:nvPr/>
          </p:nvPicPr>
          <p:blipFill>
            <a:blip r:embed="rId6"/>
            <a:stretch>
              <a:fillRect/>
            </a:stretch>
          </p:blipFill>
          <p:spPr>
            <a:xfrm>
              <a:off x="938225" y="307438"/>
              <a:ext cx="5295900" cy="581025"/>
            </a:xfrm>
            <a:prstGeom prst="rect">
              <a:avLst/>
            </a:prstGeom>
            <a:noFill/>
            <a:ln>
              <a:noFill/>
            </a:ln>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514"/>
        <p:cNvGrpSpPr/>
        <p:nvPr/>
      </p:nvGrpSpPr>
      <p:grpSpPr>
        <a:xfrm>
          <a:off x="0" y="0"/>
          <a:ext cx="0" cy="0"/>
          <a:chOff x="0" y="0"/>
          <a:chExt cx="0" cy="0"/>
        </a:xfrm>
      </p:grpSpPr>
      <p:grpSp>
        <p:nvGrpSpPr>
          <p:cNvPr id="515" name="Google Shape;515;p24"/>
          <p:cNvGrpSpPr/>
          <p:nvPr/>
        </p:nvGrpSpPr>
        <p:grpSpPr>
          <a:xfrm rot="5400000" flipH="1">
            <a:off x="-734945" y="2335770"/>
            <a:ext cx="3549822" cy="3301692"/>
            <a:chOff x="1298039" y="1316459"/>
            <a:chExt cx="2817319" cy="2620391"/>
          </a:xfrm>
        </p:grpSpPr>
        <p:sp>
          <p:nvSpPr>
            <p:cNvPr id="516" name="Google Shape;516;p24"/>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517" name="Google Shape;517;p24"/>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518" name="Google Shape;518;p24"/>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519" name="Google Shape;519;p24"/>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520" name="Google Shape;520;p24"/>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521" name="Google Shape;521;p24"/>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522" name="Google Shape;522;p24"/>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523" name="Google Shape;523;p24"/>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524" name="Google Shape;524;p24"/>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525" name="Google Shape;525;p24"/>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526" name="Google Shape;526;p24"/>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527" name="Google Shape;527;p24"/>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528" name="Google Shape;528;p24"/>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29"/>
        <p:cNvGrpSpPr/>
        <p:nvPr/>
      </p:nvGrpSpPr>
      <p:grpSpPr>
        <a:xfrm>
          <a:off x="0" y="0"/>
          <a:ext cx="0" cy="0"/>
          <a:chOff x="0" y="0"/>
          <a:chExt cx="0" cy="0"/>
        </a:xfrm>
      </p:grpSpPr>
      <p:grpSp>
        <p:nvGrpSpPr>
          <p:cNvPr id="530" name="Google Shape;530;p25"/>
          <p:cNvGrpSpPr/>
          <p:nvPr/>
        </p:nvGrpSpPr>
        <p:grpSpPr>
          <a:xfrm rot="5400000" flipH="1">
            <a:off x="6322530" y="-423405"/>
            <a:ext cx="3549822" cy="3301692"/>
            <a:chOff x="1298039" y="1316459"/>
            <a:chExt cx="2817319" cy="2620391"/>
          </a:xfrm>
        </p:grpSpPr>
        <p:sp>
          <p:nvSpPr>
            <p:cNvPr id="531" name="Google Shape;531;p25"/>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532" name="Google Shape;532;p25"/>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533" name="Google Shape;533;p25"/>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534" name="Google Shape;534;p25"/>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535" name="Google Shape;535;p25"/>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536" name="Google Shape;536;p25"/>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537" name="Google Shape;537;p25"/>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538" name="Google Shape;538;p25"/>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539" name="Google Shape;539;p25"/>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540" name="Google Shape;540;p25"/>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541" name="Google Shape;541;p25"/>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542" name="Google Shape;542;p25"/>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543" name="Google Shape;543;p25"/>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IBM Plex Sans" panose="020B0503050203000203"/>
              <a:buNone/>
              <a:defRPr sz="3000" b="1">
                <a:solidFill>
                  <a:schemeClr val="dk2"/>
                </a:solidFill>
                <a:latin typeface="IBM Plex Sans" panose="020B0503050203000203"/>
                <a:ea typeface="IBM Plex Sans" panose="020B0503050203000203"/>
                <a:cs typeface="IBM Plex Sans" panose="020B0503050203000203"/>
                <a:sym typeface="IBM Plex Sans" panose="020B0503050203000203"/>
              </a:defRPr>
            </a:lvl1pPr>
            <a:lvl2pPr lvl="1"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1pPr>
            <a:lvl2pPr marL="914400" lvl="1"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2pPr>
            <a:lvl3pPr marL="1371600" lvl="2"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3pPr>
            <a:lvl4pPr marL="1828800" lvl="3"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4pPr>
            <a:lvl5pPr marL="2286000" lvl="4"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5pPr>
            <a:lvl6pPr marL="2743200" lvl="5"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6pPr>
            <a:lvl7pPr marL="3200400" lvl="6"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7pPr>
            <a:lvl8pPr marL="3657600" lvl="7"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8pPr>
            <a:lvl9pPr marL="4114800" lvl="8" indent="-304800">
              <a:lnSpc>
                <a:spcPct val="100000"/>
              </a:lnSpc>
              <a:spcBef>
                <a:spcPts val="0"/>
              </a:spcBef>
              <a:spcAft>
                <a:spcPts val="0"/>
              </a:spcAft>
              <a:buClr>
                <a:schemeClr val="dk1"/>
              </a:buClr>
              <a:buSzPts val="1200"/>
              <a:buFont typeface="Catamaran"/>
              <a:buChar char="■"/>
              <a:defRPr sz="1200">
                <a:solidFill>
                  <a:schemeClr val="dk1"/>
                </a:solidFill>
                <a:latin typeface="Catamaran"/>
                <a:ea typeface="Catamaran"/>
                <a:cs typeface="Catamaran"/>
                <a:sym typeface="Catamaran"/>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29"/>
          <p:cNvSpPr txBox="1">
            <a:spLocks noGrp="1"/>
          </p:cNvSpPr>
          <p:nvPr>
            <p:ph type="ctrTitle"/>
          </p:nvPr>
        </p:nvSpPr>
        <p:spPr>
          <a:xfrm>
            <a:off x="713105" y="888365"/>
            <a:ext cx="7066280" cy="163449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ltLang="en-GB">
                <a:solidFill>
                  <a:schemeClr val="dk2"/>
                </a:solidFill>
              </a:rPr>
              <a:t>Machine</a:t>
            </a:r>
            <a:r>
              <a:rPr lang="en-GB">
                <a:solidFill>
                  <a:schemeClr val="dk2"/>
                </a:solidFill>
              </a:rPr>
              <a:t> </a:t>
            </a:r>
            <a:r>
              <a:rPr lang="en-US" altLang="en-GB">
                <a:solidFill>
                  <a:schemeClr val="dk2"/>
                </a:solidFill>
              </a:rPr>
              <a:t>Learning-Based </a:t>
            </a:r>
            <a:r>
              <a:rPr lang="en-US" altLang="en-GB">
                <a:solidFill>
                  <a:schemeClr val="tx1"/>
                </a:solidFill>
              </a:rPr>
              <a:t>Crop Yield Prediction System</a:t>
            </a:r>
          </a:p>
        </p:txBody>
      </p:sp>
      <p:sp>
        <p:nvSpPr>
          <p:cNvPr id="555" name="Google Shape;555;p29"/>
          <p:cNvSpPr txBox="1">
            <a:spLocks noGrp="1"/>
          </p:cNvSpPr>
          <p:nvPr>
            <p:ph type="subTitle" idx="1"/>
          </p:nvPr>
        </p:nvSpPr>
        <p:spPr>
          <a:xfrm>
            <a:off x="713223" y="2709525"/>
            <a:ext cx="40266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t>By Aystages Njovana</a:t>
            </a:r>
          </a:p>
        </p:txBody>
      </p:sp>
      <p:grpSp>
        <p:nvGrpSpPr>
          <p:cNvPr id="556" name="Google Shape;556;p29"/>
          <p:cNvGrpSpPr/>
          <p:nvPr/>
        </p:nvGrpSpPr>
        <p:grpSpPr>
          <a:xfrm>
            <a:off x="5117388" y="718596"/>
            <a:ext cx="3812458" cy="4420932"/>
            <a:chOff x="5117388" y="718596"/>
            <a:chExt cx="3812458" cy="4420932"/>
          </a:xfrm>
        </p:grpSpPr>
        <p:grpSp>
          <p:nvGrpSpPr>
            <p:cNvPr id="557" name="Google Shape;557;p29"/>
            <p:cNvGrpSpPr/>
            <p:nvPr/>
          </p:nvGrpSpPr>
          <p:grpSpPr>
            <a:xfrm flipH="1">
              <a:off x="6806995" y="718596"/>
              <a:ext cx="2122850" cy="1974464"/>
              <a:chOff x="1298039" y="1316459"/>
              <a:chExt cx="2817319" cy="2620391"/>
            </a:xfrm>
          </p:grpSpPr>
          <p:sp>
            <p:nvSpPr>
              <p:cNvPr id="558" name="Google Shape;558;p29"/>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559" name="Google Shape;559;p29"/>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560" name="Google Shape;560;p29"/>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561" name="Google Shape;561;p29"/>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562" name="Google Shape;562;p29"/>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563" name="Google Shape;563;p29"/>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564" name="Google Shape;564;p29"/>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565" name="Google Shape;565;p29"/>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566" name="Google Shape;566;p29"/>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567" name="Google Shape;567;p29"/>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568" name="Google Shape;568;p29"/>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569" name="Google Shape;569;p29"/>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570" name="Google Shape;570;p29"/>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grpSp>
          <p:nvGrpSpPr>
            <p:cNvPr id="571" name="Google Shape;571;p29"/>
            <p:cNvGrpSpPr/>
            <p:nvPr/>
          </p:nvGrpSpPr>
          <p:grpSpPr>
            <a:xfrm rot="5400000" flipH="1">
              <a:off x="5297370" y="3090871"/>
              <a:ext cx="2122850" cy="1974464"/>
              <a:chOff x="1298039" y="1316459"/>
              <a:chExt cx="2817319" cy="2620391"/>
            </a:xfrm>
          </p:grpSpPr>
          <p:sp>
            <p:nvSpPr>
              <p:cNvPr id="572" name="Google Shape;572;p29"/>
              <p:cNvSpPr/>
              <p:nvPr/>
            </p:nvSpPr>
            <p:spPr>
              <a:xfrm>
                <a:off x="1985178" y="2365878"/>
                <a:ext cx="864105" cy="502338"/>
              </a:xfrm>
              <a:custGeom>
                <a:avLst/>
                <a:gdLst/>
                <a:ahLst/>
                <a:cxnLst/>
                <a:rect l="l" t="t" r="r" b="b"/>
                <a:pathLst>
                  <a:path w="3418" h="1987" extrusionOk="0">
                    <a:moveTo>
                      <a:pt x="0" y="1986"/>
                    </a:moveTo>
                    <a:lnTo>
                      <a:pt x="244" y="0"/>
                    </a:lnTo>
                    <a:lnTo>
                      <a:pt x="3417" y="686"/>
                    </a:lnTo>
                    <a:lnTo>
                      <a:pt x="0" y="1986"/>
                    </a:lnTo>
                    <a:moveTo>
                      <a:pt x="267" y="32"/>
                    </a:moveTo>
                    <a:lnTo>
                      <a:pt x="32" y="1946"/>
                    </a:lnTo>
                    <a:lnTo>
                      <a:pt x="3324" y="693"/>
                    </a:lnTo>
                    <a:lnTo>
                      <a:pt x="267" y="32"/>
                    </a:lnTo>
                  </a:path>
                </a:pathLst>
              </a:custGeom>
              <a:solidFill>
                <a:srgbClr val="4CFDFD">
                  <a:alpha val="25790"/>
                </a:srgbClr>
              </a:solidFill>
              <a:ln>
                <a:noFill/>
              </a:ln>
            </p:spPr>
          </p:sp>
          <p:sp>
            <p:nvSpPr>
              <p:cNvPr id="573" name="Google Shape;573;p29"/>
              <p:cNvSpPr/>
              <p:nvPr/>
            </p:nvSpPr>
            <p:spPr>
              <a:xfrm>
                <a:off x="1836778" y="1316459"/>
                <a:ext cx="1864979" cy="1228416"/>
              </a:xfrm>
              <a:custGeom>
                <a:avLst/>
                <a:gdLst/>
                <a:ahLst/>
                <a:cxnLst/>
                <a:rect l="l" t="t" r="r" b="b"/>
                <a:pathLst>
                  <a:path w="7377" h="4859" extrusionOk="0">
                    <a:moveTo>
                      <a:pt x="3962" y="4858"/>
                    </a:moveTo>
                    <a:lnTo>
                      <a:pt x="2750" y="4207"/>
                    </a:lnTo>
                    <a:lnTo>
                      <a:pt x="2401" y="4521"/>
                    </a:lnTo>
                    <a:lnTo>
                      <a:pt x="2392" y="4515"/>
                    </a:lnTo>
                    <a:lnTo>
                      <a:pt x="0" y="2729"/>
                    </a:lnTo>
                    <a:lnTo>
                      <a:pt x="14" y="2707"/>
                    </a:lnTo>
                    <a:lnTo>
                      <a:pt x="2746" y="4175"/>
                    </a:lnTo>
                    <a:lnTo>
                      <a:pt x="7376" y="0"/>
                    </a:lnTo>
                    <a:lnTo>
                      <a:pt x="3962" y="4858"/>
                    </a:lnTo>
                    <a:moveTo>
                      <a:pt x="2770" y="4188"/>
                    </a:moveTo>
                    <a:lnTo>
                      <a:pt x="3953" y="4823"/>
                    </a:lnTo>
                    <a:lnTo>
                      <a:pt x="7219" y="176"/>
                    </a:lnTo>
                    <a:lnTo>
                      <a:pt x="2770" y="4188"/>
                    </a:lnTo>
                    <a:moveTo>
                      <a:pt x="158" y="2815"/>
                    </a:moveTo>
                    <a:lnTo>
                      <a:pt x="2399" y="4487"/>
                    </a:lnTo>
                    <a:lnTo>
                      <a:pt x="2725" y="4193"/>
                    </a:lnTo>
                    <a:lnTo>
                      <a:pt x="158" y="2815"/>
                    </a:lnTo>
                  </a:path>
                </a:pathLst>
              </a:custGeom>
              <a:solidFill>
                <a:srgbClr val="4CFDFD">
                  <a:alpha val="25790"/>
                </a:srgbClr>
              </a:solidFill>
              <a:ln>
                <a:noFill/>
              </a:ln>
            </p:spPr>
          </p:sp>
          <p:sp>
            <p:nvSpPr>
              <p:cNvPr id="574" name="Google Shape;574;p29"/>
              <p:cNvSpPr/>
              <p:nvPr/>
            </p:nvSpPr>
            <p:spPr>
              <a:xfrm>
                <a:off x="1987201" y="2547144"/>
                <a:ext cx="1152814" cy="1158640"/>
              </a:xfrm>
              <a:custGeom>
                <a:avLst/>
                <a:gdLst/>
                <a:ahLst/>
                <a:cxnLst/>
                <a:rect l="l" t="t" r="r" b="b"/>
                <a:pathLst>
                  <a:path w="4560" h="4583" extrusionOk="0">
                    <a:moveTo>
                      <a:pt x="4091" y="4582"/>
                    </a:moveTo>
                    <a:lnTo>
                      <a:pt x="0" y="1260"/>
                    </a:lnTo>
                    <a:lnTo>
                      <a:pt x="17" y="1239"/>
                    </a:lnTo>
                    <a:lnTo>
                      <a:pt x="3991" y="4466"/>
                    </a:lnTo>
                    <a:lnTo>
                      <a:pt x="1661" y="597"/>
                    </a:lnTo>
                    <a:lnTo>
                      <a:pt x="4454" y="712"/>
                    </a:lnTo>
                    <a:lnTo>
                      <a:pt x="3277" y="23"/>
                    </a:lnTo>
                    <a:lnTo>
                      <a:pt x="3290" y="0"/>
                    </a:lnTo>
                    <a:lnTo>
                      <a:pt x="4559" y="743"/>
                    </a:lnTo>
                    <a:lnTo>
                      <a:pt x="1709" y="625"/>
                    </a:lnTo>
                    <a:lnTo>
                      <a:pt x="4091" y="4582"/>
                    </a:lnTo>
                  </a:path>
                </a:pathLst>
              </a:custGeom>
              <a:solidFill>
                <a:srgbClr val="4CFDFD">
                  <a:alpha val="25790"/>
                </a:srgbClr>
              </a:solidFill>
              <a:ln>
                <a:noFill/>
              </a:ln>
            </p:spPr>
          </p:sp>
          <p:sp>
            <p:nvSpPr>
              <p:cNvPr id="575" name="Google Shape;575;p29"/>
              <p:cNvSpPr/>
              <p:nvPr/>
            </p:nvSpPr>
            <p:spPr>
              <a:xfrm>
                <a:off x="2824762" y="1801098"/>
                <a:ext cx="1064330" cy="744533"/>
              </a:xfrm>
              <a:custGeom>
                <a:avLst/>
                <a:gdLst/>
                <a:ahLst/>
                <a:cxnLst/>
                <a:rect l="l" t="t" r="r" b="b"/>
                <a:pathLst>
                  <a:path w="4210" h="2945" extrusionOk="0">
                    <a:moveTo>
                      <a:pt x="0" y="2944"/>
                    </a:moveTo>
                    <a:lnTo>
                      <a:pt x="3848" y="0"/>
                    </a:lnTo>
                    <a:lnTo>
                      <a:pt x="4209" y="2327"/>
                    </a:lnTo>
                    <a:lnTo>
                      <a:pt x="0" y="2944"/>
                    </a:lnTo>
                    <a:moveTo>
                      <a:pt x="3828" y="48"/>
                    </a:moveTo>
                    <a:lnTo>
                      <a:pt x="97" y="2903"/>
                    </a:lnTo>
                    <a:lnTo>
                      <a:pt x="4178" y="2305"/>
                    </a:lnTo>
                    <a:lnTo>
                      <a:pt x="3828" y="48"/>
                    </a:lnTo>
                  </a:path>
                </a:pathLst>
              </a:custGeom>
              <a:solidFill>
                <a:srgbClr val="4CFDFD">
                  <a:alpha val="25790"/>
                </a:srgbClr>
              </a:solidFill>
              <a:ln>
                <a:noFill/>
              </a:ln>
            </p:spPr>
          </p:sp>
          <p:sp>
            <p:nvSpPr>
              <p:cNvPr id="576" name="Google Shape;576;p29"/>
              <p:cNvSpPr/>
              <p:nvPr/>
            </p:nvSpPr>
            <p:spPr>
              <a:xfrm>
                <a:off x="3121815" y="2725881"/>
                <a:ext cx="993543" cy="1039818"/>
              </a:xfrm>
              <a:custGeom>
                <a:avLst/>
                <a:gdLst/>
                <a:ahLst/>
                <a:cxnLst/>
                <a:rect l="l" t="t" r="r" b="b"/>
                <a:pathLst>
                  <a:path w="3930" h="4113" extrusionOk="0">
                    <a:moveTo>
                      <a:pt x="872" y="4112"/>
                    </a:moveTo>
                    <a:lnTo>
                      <a:pt x="867" y="4089"/>
                    </a:lnTo>
                    <a:lnTo>
                      <a:pt x="0" y="0"/>
                    </a:lnTo>
                    <a:lnTo>
                      <a:pt x="22" y="7"/>
                    </a:lnTo>
                    <a:lnTo>
                      <a:pt x="3929" y="1252"/>
                    </a:lnTo>
                    <a:lnTo>
                      <a:pt x="3913" y="1268"/>
                    </a:lnTo>
                    <a:lnTo>
                      <a:pt x="872" y="4112"/>
                    </a:lnTo>
                    <a:moveTo>
                      <a:pt x="35" y="39"/>
                    </a:moveTo>
                    <a:lnTo>
                      <a:pt x="889" y="4061"/>
                    </a:lnTo>
                    <a:lnTo>
                      <a:pt x="3878" y="1264"/>
                    </a:lnTo>
                    <a:lnTo>
                      <a:pt x="35" y="39"/>
                    </a:lnTo>
                  </a:path>
                </a:pathLst>
              </a:custGeom>
              <a:solidFill>
                <a:srgbClr val="4CFDFD">
                  <a:alpha val="25790"/>
                </a:srgbClr>
              </a:solidFill>
              <a:ln>
                <a:noFill/>
              </a:ln>
            </p:spPr>
          </p:sp>
          <p:sp>
            <p:nvSpPr>
              <p:cNvPr id="577" name="Google Shape;577;p29"/>
              <p:cNvSpPr/>
              <p:nvPr/>
            </p:nvSpPr>
            <p:spPr>
              <a:xfrm>
                <a:off x="2401304" y="2688212"/>
                <a:ext cx="728851" cy="1012514"/>
              </a:xfrm>
              <a:custGeom>
                <a:avLst/>
                <a:gdLst/>
                <a:ahLst/>
                <a:cxnLst/>
                <a:rect l="l" t="t" r="r" b="b"/>
                <a:pathLst>
                  <a:path w="2883" h="4005" extrusionOk="0">
                    <a:moveTo>
                      <a:pt x="2411" y="4004"/>
                    </a:moveTo>
                    <a:lnTo>
                      <a:pt x="0" y="0"/>
                    </a:lnTo>
                    <a:lnTo>
                      <a:pt x="2048" y="1554"/>
                    </a:lnTo>
                    <a:lnTo>
                      <a:pt x="1687" y="157"/>
                    </a:lnTo>
                    <a:lnTo>
                      <a:pt x="1713" y="150"/>
                    </a:lnTo>
                    <a:lnTo>
                      <a:pt x="2093" y="1621"/>
                    </a:lnTo>
                    <a:lnTo>
                      <a:pt x="94" y="104"/>
                    </a:lnTo>
                    <a:lnTo>
                      <a:pt x="2394" y="3925"/>
                    </a:lnTo>
                    <a:lnTo>
                      <a:pt x="2855" y="167"/>
                    </a:lnTo>
                    <a:lnTo>
                      <a:pt x="2882" y="170"/>
                    </a:lnTo>
                    <a:lnTo>
                      <a:pt x="2411" y="4004"/>
                    </a:lnTo>
                  </a:path>
                </a:pathLst>
              </a:custGeom>
              <a:solidFill>
                <a:srgbClr val="4CFDFD">
                  <a:alpha val="25790"/>
                </a:srgbClr>
              </a:solidFill>
              <a:ln>
                <a:noFill/>
              </a:ln>
            </p:spPr>
          </p:sp>
          <p:sp>
            <p:nvSpPr>
              <p:cNvPr id="578" name="Google Shape;578;p29"/>
              <p:cNvSpPr/>
              <p:nvPr/>
            </p:nvSpPr>
            <p:spPr>
              <a:xfrm>
                <a:off x="1750317" y="3235548"/>
                <a:ext cx="1266325" cy="701302"/>
              </a:xfrm>
              <a:custGeom>
                <a:avLst/>
                <a:gdLst/>
                <a:ahLst/>
                <a:cxnLst/>
                <a:rect l="l" t="t" r="r" b="b"/>
                <a:pathLst>
                  <a:path w="5009" h="2774" extrusionOk="0">
                    <a:moveTo>
                      <a:pt x="0" y="2773"/>
                    </a:moveTo>
                    <a:lnTo>
                      <a:pt x="2782" y="0"/>
                    </a:lnTo>
                    <a:lnTo>
                      <a:pt x="2792" y="7"/>
                    </a:lnTo>
                    <a:lnTo>
                      <a:pt x="5008" y="1807"/>
                    </a:lnTo>
                    <a:lnTo>
                      <a:pt x="0" y="2773"/>
                    </a:lnTo>
                    <a:moveTo>
                      <a:pt x="2784" y="36"/>
                    </a:moveTo>
                    <a:lnTo>
                      <a:pt x="80" y="2731"/>
                    </a:lnTo>
                    <a:lnTo>
                      <a:pt x="4948" y="1792"/>
                    </a:lnTo>
                    <a:lnTo>
                      <a:pt x="2784" y="36"/>
                    </a:lnTo>
                  </a:path>
                </a:pathLst>
              </a:custGeom>
              <a:solidFill>
                <a:srgbClr val="4CFDFD">
                  <a:alpha val="25790"/>
                </a:srgbClr>
              </a:solidFill>
              <a:ln>
                <a:noFill/>
              </a:ln>
            </p:spPr>
          </p:sp>
          <p:sp>
            <p:nvSpPr>
              <p:cNvPr id="579" name="Google Shape;579;p29"/>
              <p:cNvSpPr/>
              <p:nvPr/>
            </p:nvSpPr>
            <p:spPr>
              <a:xfrm>
                <a:off x="1298039" y="2359558"/>
                <a:ext cx="756660" cy="1158134"/>
              </a:xfrm>
              <a:custGeom>
                <a:avLst/>
                <a:gdLst/>
                <a:ahLst/>
                <a:cxnLst/>
                <a:rect l="l" t="t" r="r" b="b"/>
                <a:pathLst>
                  <a:path w="2993" h="4581" extrusionOk="0">
                    <a:moveTo>
                      <a:pt x="2421" y="4580"/>
                    </a:moveTo>
                    <a:lnTo>
                      <a:pt x="0" y="3345"/>
                    </a:lnTo>
                    <a:lnTo>
                      <a:pt x="2992" y="0"/>
                    </a:lnTo>
                    <a:lnTo>
                      <a:pt x="2421" y="4580"/>
                    </a:lnTo>
                    <a:moveTo>
                      <a:pt x="43" y="3337"/>
                    </a:moveTo>
                    <a:lnTo>
                      <a:pt x="2399" y="4539"/>
                    </a:lnTo>
                    <a:lnTo>
                      <a:pt x="2955" y="81"/>
                    </a:lnTo>
                    <a:lnTo>
                      <a:pt x="43" y="3337"/>
                    </a:lnTo>
                  </a:path>
                </a:pathLst>
              </a:custGeom>
              <a:solidFill>
                <a:srgbClr val="4CFDFD">
                  <a:alpha val="25790"/>
                </a:srgbClr>
              </a:solidFill>
              <a:ln>
                <a:noFill/>
              </a:ln>
            </p:spPr>
          </p:sp>
          <p:sp>
            <p:nvSpPr>
              <p:cNvPr id="580" name="Google Shape;580;p29"/>
              <p:cNvSpPr/>
              <p:nvPr/>
            </p:nvSpPr>
            <p:spPr>
              <a:xfrm>
                <a:off x="1903268" y="2856332"/>
                <a:ext cx="556940" cy="661863"/>
              </a:xfrm>
              <a:custGeom>
                <a:avLst/>
                <a:gdLst/>
                <a:ahLst/>
                <a:cxnLst/>
                <a:rect l="l" t="t" r="r" b="b"/>
                <a:pathLst>
                  <a:path w="2203" h="2618" extrusionOk="0">
                    <a:moveTo>
                      <a:pt x="0" y="2617"/>
                    </a:moveTo>
                    <a:lnTo>
                      <a:pt x="330" y="0"/>
                    </a:lnTo>
                    <a:lnTo>
                      <a:pt x="2202" y="1520"/>
                    </a:lnTo>
                    <a:lnTo>
                      <a:pt x="0" y="2617"/>
                    </a:lnTo>
                    <a:moveTo>
                      <a:pt x="350" y="50"/>
                    </a:moveTo>
                    <a:lnTo>
                      <a:pt x="32" y="2571"/>
                    </a:lnTo>
                    <a:lnTo>
                      <a:pt x="2154" y="1515"/>
                    </a:lnTo>
                    <a:lnTo>
                      <a:pt x="350" y="50"/>
                    </a:lnTo>
                  </a:path>
                </a:pathLst>
              </a:custGeom>
              <a:solidFill>
                <a:srgbClr val="4CFDFD">
                  <a:alpha val="25790"/>
                </a:srgbClr>
              </a:solidFill>
              <a:ln>
                <a:noFill/>
              </a:ln>
            </p:spPr>
          </p:sp>
          <p:sp>
            <p:nvSpPr>
              <p:cNvPr id="581" name="Google Shape;581;p29"/>
              <p:cNvSpPr/>
              <p:nvPr/>
            </p:nvSpPr>
            <p:spPr>
              <a:xfrm>
                <a:off x="1344556" y="2243770"/>
                <a:ext cx="711913" cy="835040"/>
              </a:xfrm>
              <a:custGeom>
                <a:avLst/>
                <a:gdLst/>
                <a:ahLst/>
                <a:cxnLst/>
                <a:rect l="l" t="t" r="r" b="b"/>
                <a:pathLst>
                  <a:path w="2816" h="3303" extrusionOk="0">
                    <a:moveTo>
                      <a:pt x="300" y="3302"/>
                    </a:moveTo>
                    <a:lnTo>
                      <a:pt x="298" y="3271"/>
                    </a:lnTo>
                    <a:lnTo>
                      <a:pt x="0" y="0"/>
                    </a:lnTo>
                    <a:lnTo>
                      <a:pt x="2815" y="490"/>
                    </a:lnTo>
                    <a:lnTo>
                      <a:pt x="300" y="3302"/>
                    </a:lnTo>
                    <a:moveTo>
                      <a:pt x="30" y="32"/>
                    </a:moveTo>
                    <a:lnTo>
                      <a:pt x="321" y="3239"/>
                    </a:lnTo>
                    <a:lnTo>
                      <a:pt x="2764" y="508"/>
                    </a:lnTo>
                    <a:lnTo>
                      <a:pt x="30" y="32"/>
                    </a:lnTo>
                  </a:path>
                </a:pathLst>
              </a:custGeom>
              <a:solidFill>
                <a:srgbClr val="4CFDFD">
                  <a:alpha val="25790"/>
                </a:srgbClr>
              </a:solidFill>
              <a:ln>
                <a:noFill/>
              </a:ln>
            </p:spPr>
          </p:sp>
          <p:sp>
            <p:nvSpPr>
              <p:cNvPr id="582" name="Google Shape;582;p29"/>
              <p:cNvSpPr/>
              <p:nvPr/>
            </p:nvSpPr>
            <p:spPr>
              <a:xfrm>
                <a:off x="3860780" y="2362592"/>
                <a:ext cx="48287" cy="48287"/>
              </a:xfrm>
              <a:custGeom>
                <a:avLst/>
                <a:gdLst/>
                <a:ahLst/>
                <a:cxnLst/>
                <a:rect l="l" t="t" r="r" b="b"/>
                <a:pathLst>
                  <a:path w="191" h="191" extrusionOk="0">
                    <a:moveTo>
                      <a:pt x="181" y="53"/>
                    </a:moveTo>
                    <a:lnTo>
                      <a:pt x="184" y="62"/>
                    </a:lnTo>
                    <a:lnTo>
                      <a:pt x="187" y="71"/>
                    </a:lnTo>
                    <a:lnTo>
                      <a:pt x="189" y="80"/>
                    </a:lnTo>
                    <a:lnTo>
                      <a:pt x="190" y="89"/>
                    </a:lnTo>
                    <a:lnTo>
                      <a:pt x="190" y="98"/>
                    </a:lnTo>
                    <a:lnTo>
                      <a:pt x="190" y="108"/>
                    </a:lnTo>
                    <a:lnTo>
                      <a:pt x="188" y="117"/>
                    </a:lnTo>
                    <a:lnTo>
                      <a:pt x="185" y="125"/>
                    </a:lnTo>
                    <a:lnTo>
                      <a:pt x="182" y="134"/>
                    </a:lnTo>
                    <a:lnTo>
                      <a:pt x="178" y="142"/>
                    </a:lnTo>
                    <a:lnTo>
                      <a:pt x="173" y="150"/>
                    </a:lnTo>
                    <a:lnTo>
                      <a:pt x="167" y="157"/>
                    </a:lnTo>
                    <a:lnTo>
                      <a:pt x="161" y="164"/>
                    </a:lnTo>
                    <a:lnTo>
                      <a:pt x="154" y="170"/>
                    </a:lnTo>
                    <a:lnTo>
                      <a:pt x="146" y="176"/>
                    </a:lnTo>
                    <a:lnTo>
                      <a:pt x="138" y="181"/>
                    </a:lnTo>
                    <a:lnTo>
                      <a:pt x="129" y="184"/>
                    </a:lnTo>
                    <a:lnTo>
                      <a:pt x="120" y="187"/>
                    </a:lnTo>
                    <a:lnTo>
                      <a:pt x="110" y="189"/>
                    </a:lnTo>
                    <a:lnTo>
                      <a:pt x="101" y="190"/>
                    </a:lnTo>
                    <a:lnTo>
                      <a:pt x="92" y="190"/>
                    </a:lnTo>
                    <a:lnTo>
                      <a:pt x="83" y="190"/>
                    </a:lnTo>
                    <a:lnTo>
                      <a:pt x="74" y="188"/>
                    </a:lnTo>
                    <a:lnTo>
                      <a:pt x="65" y="185"/>
                    </a:lnTo>
                    <a:lnTo>
                      <a:pt x="56" y="182"/>
                    </a:lnTo>
                    <a:lnTo>
                      <a:pt x="48" y="178"/>
                    </a:lnTo>
                    <a:lnTo>
                      <a:pt x="40" y="173"/>
                    </a:lnTo>
                    <a:lnTo>
                      <a:pt x="33" y="167"/>
                    </a:lnTo>
                    <a:lnTo>
                      <a:pt x="26" y="161"/>
                    </a:lnTo>
                    <a:lnTo>
                      <a:pt x="20" y="154"/>
                    </a:lnTo>
                    <a:lnTo>
                      <a:pt x="14" y="146"/>
                    </a:lnTo>
                    <a:lnTo>
                      <a:pt x="10" y="138"/>
                    </a:lnTo>
                    <a:lnTo>
                      <a:pt x="6" y="129"/>
                    </a:lnTo>
                    <a:lnTo>
                      <a:pt x="3" y="120"/>
                    </a:lnTo>
                    <a:lnTo>
                      <a:pt x="1" y="110"/>
                    </a:lnTo>
                    <a:lnTo>
                      <a:pt x="0" y="101"/>
                    </a:lnTo>
                    <a:lnTo>
                      <a:pt x="0" y="92"/>
                    </a:lnTo>
                    <a:lnTo>
                      <a:pt x="1" y="83"/>
                    </a:lnTo>
                    <a:lnTo>
                      <a:pt x="2" y="74"/>
                    </a:lnTo>
                    <a:lnTo>
                      <a:pt x="5" y="65"/>
                    </a:lnTo>
                    <a:lnTo>
                      <a:pt x="8" y="56"/>
                    </a:lnTo>
                    <a:lnTo>
                      <a:pt x="12" y="48"/>
                    </a:lnTo>
                    <a:lnTo>
                      <a:pt x="17" y="40"/>
                    </a:lnTo>
                    <a:lnTo>
                      <a:pt x="23" y="33"/>
                    </a:lnTo>
                    <a:lnTo>
                      <a:pt x="29" y="26"/>
                    </a:lnTo>
                    <a:lnTo>
                      <a:pt x="36" y="20"/>
                    </a:lnTo>
                    <a:lnTo>
                      <a:pt x="44" y="14"/>
                    </a:lnTo>
                    <a:lnTo>
                      <a:pt x="53" y="10"/>
                    </a:lnTo>
                    <a:lnTo>
                      <a:pt x="62" y="6"/>
                    </a:lnTo>
                    <a:lnTo>
                      <a:pt x="71" y="3"/>
                    </a:lnTo>
                    <a:lnTo>
                      <a:pt x="80" y="1"/>
                    </a:lnTo>
                    <a:lnTo>
                      <a:pt x="89" y="0"/>
                    </a:lnTo>
                    <a:lnTo>
                      <a:pt x="98" y="0"/>
                    </a:lnTo>
                    <a:lnTo>
                      <a:pt x="108" y="1"/>
                    </a:lnTo>
                    <a:lnTo>
                      <a:pt x="117" y="2"/>
                    </a:lnTo>
                    <a:lnTo>
                      <a:pt x="125" y="5"/>
                    </a:lnTo>
                    <a:lnTo>
                      <a:pt x="134" y="8"/>
                    </a:lnTo>
                    <a:lnTo>
                      <a:pt x="142" y="12"/>
                    </a:lnTo>
                    <a:lnTo>
                      <a:pt x="150" y="17"/>
                    </a:lnTo>
                    <a:lnTo>
                      <a:pt x="157" y="23"/>
                    </a:lnTo>
                    <a:lnTo>
                      <a:pt x="164" y="29"/>
                    </a:lnTo>
                    <a:lnTo>
                      <a:pt x="170" y="36"/>
                    </a:lnTo>
                    <a:lnTo>
                      <a:pt x="176" y="44"/>
                    </a:lnTo>
                    <a:lnTo>
                      <a:pt x="181" y="53"/>
                    </a:lnTo>
                  </a:path>
                </a:pathLst>
              </a:custGeom>
              <a:solidFill>
                <a:srgbClr val="4CFDFD">
                  <a:alpha val="25790"/>
                </a:srgbClr>
              </a:solidFill>
              <a:ln>
                <a:noFill/>
              </a:ln>
            </p:spPr>
          </p:sp>
          <p:sp>
            <p:nvSpPr>
              <p:cNvPr id="583" name="Google Shape;583;p29"/>
              <p:cNvSpPr/>
              <p:nvPr/>
            </p:nvSpPr>
            <p:spPr>
              <a:xfrm>
                <a:off x="2836897" y="2386609"/>
                <a:ext cx="1048150" cy="344836"/>
              </a:xfrm>
              <a:custGeom>
                <a:avLst/>
                <a:gdLst/>
                <a:ahLst/>
                <a:cxnLst/>
                <a:rect l="l" t="t" r="r" b="b"/>
                <a:pathLst>
                  <a:path w="4146" h="1364" extrusionOk="0">
                    <a:moveTo>
                      <a:pt x="1145" y="1363"/>
                    </a:moveTo>
                    <a:lnTo>
                      <a:pt x="4145" y="0"/>
                    </a:lnTo>
                    <a:lnTo>
                      <a:pt x="0" y="608"/>
                    </a:lnTo>
                    <a:lnTo>
                      <a:pt x="1145" y="1363"/>
                    </a:lnTo>
                  </a:path>
                </a:pathLst>
              </a:custGeom>
              <a:solidFill>
                <a:srgbClr val="FFFFFF">
                  <a:alpha val="17650"/>
                </a:srgbClr>
              </a:solidFill>
              <a:ln>
                <a:noFill/>
              </a:ln>
            </p:spPr>
          </p:sp>
          <p:sp>
            <p:nvSpPr>
              <p:cNvPr id="584" name="Google Shape;584;p29"/>
              <p:cNvSpPr/>
              <p:nvPr/>
            </p:nvSpPr>
            <p:spPr>
              <a:xfrm>
                <a:off x="2531249" y="1432500"/>
                <a:ext cx="680059" cy="943749"/>
              </a:xfrm>
              <a:custGeom>
                <a:avLst/>
                <a:gdLst/>
                <a:ahLst/>
                <a:cxnLst/>
                <a:rect l="l" t="t" r="r" b="b"/>
                <a:pathLst>
                  <a:path w="2690" h="3733" extrusionOk="0">
                    <a:moveTo>
                      <a:pt x="0" y="3732"/>
                    </a:moveTo>
                    <a:lnTo>
                      <a:pt x="27" y="0"/>
                    </a:lnTo>
                    <a:lnTo>
                      <a:pt x="2689" y="1308"/>
                    </a:lnTo>
                    <a:lnTo>
                      <a:pt x="0" y="3732"/>
                    </a:lnTo>
                  </a:path>
                </a:pathLst>
              </a:custGeom>
              <a:solidFill>
                <a:srgbClr val="FFFFFF">
                  <a:alpha val="17650"/>
                </a:srgbClr>
              </a:solidFill>
              <a:ln>
                <a:noFill/>
              </a:ln>
            </p:spPr>
          </p:sp>
        </p:grpSp>
        <p:pic>
          <p:nvPicPr>
            <p:cNvPr id="585" name="Google Shape;585;p29"/>
            <p:cNvPicPr preferRelativeResize="0"/>
            <p:nvPr/>
          </p:nvPicPr>
          <p:blipFill rotWithShape="1">
            <a:blip r:embed="rId3"/>
            <a:srcRect l="-3814" t="-13442" r="9617"/>
            <a:stretch>
              <a:fillRect/>
            </a:stretch>
          </p:blipFill>
          <p:spPr>
            <a:xfrm>
              <a:off x="5117388" y="1004925"/>
              <a:ext cx="3388174" cy="3320150"/>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30"/>
          <p:cNvSpPr txBox="1">
            <a:spLocks noGrp="1"/>
          </p:cNvSpPr>
          <p:nvPr>
            <p:ph type="title"/>
          </p:nvPr>
        </p:nvSpPr>
        <p:spPr>
          <a:xfrm>
            <a:off x="720000" y="32423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t>Problem Statement</a:t>
            </a:r>
          </a:p>
        </p:txBody>
      </p:sp>
      <p:sp>
        <p:nvSpPr>
          <p:cNvPr id="591" name="Google Shape;591;p30"/>
          <p:cNvSpPr txBox="1">
            <a:spLocks noGrp="1"/>
          </p:cNvSpPr>
          <p:nvPr>
            <p:ph type="body" idx="1"/>
          </p:nvPr>
        </p:nvSpPr>
        <p:spPr>
          <a:xfrm>
            <a:off x="720090" y="852805"/>
            <a:ext cx="7703820" cy="2242185"/>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pPr>
            <a:r>
              <a:rPr lang="en-GB" sz="1800"/>
              <a:t>The agricultural sector plays a pivotal role in ensuring food security and sustaining livelihoods worldwide. </a:t>
            </a:r>
          </a:p>
          <a:p>
            <a:pPr marL="285750" lvl="0" indent="-285750" algn="l" rtl="0">
              <a:spcBef>
                <a:spcPts val="0"/>
              </a:spcBef>
              <a:spcAft>
                <a:spcPts val="0"/>
              </a:spcAft>
            </a:pPr>
            <a:r>
              <a:rPr lang="en-GB" sz="1800"/>
              <a:t>Crop yield prediction is a fundamental aspect of agricultural planning and decision-making processes. </a:t>
            </a:r>
          </a:p>
          <a:p>
            <a:pPr marL="285750" lvl="0" indent="-285750" algn="l" rtl="0">
              <a:spcBef>
                <a:spcPts val="0"/>
              </a:spcBef>
              <a:spcAft>
                <a:spcPts val="0"/>
              </a:spcAft>
            </a:pPr>
            <a:r>
              <a:rPr lang="en-GB" sz="1800"/>
              <a:t>Traditional methods of yield estimation often lack accuracy and fail to capture the dynamic nature of environmental factors influencing crop growth. </a:t>
            </a:r>
          </a:p>
          <a:p>
            <a:pPr marL="285750" lvl="0" indent="-285750" algn="l" rtl="0">
              <a:spcBef>
                <a:spcPts val="0"/>
              </a:spcBef>
              <a:spcAft>
                <a:spcPts val="0"/>
              </a:spcAft>
            </a:pPr>
            <a:r>
              <a:rPr lang="en-GB" sz="1800"/>
              <a:t>In response, this software employs machine learning algorithms to predict crop yields with improved precision and reliability. </a:t>
            </a:r>
          </a:p>
          <a:p>
            <a:pPr marL="285750" lvl="0" indent="-285750" algn="l" rtl="0">
              <a:spcBef>
                <a:spcPts val="0"/>
              </a:spcBef>
              <a:spcAft>
                <a:spcPts val="0"/>
              </a:spcAft>
            </a:pPr>
            <a:r>
              <a:rPr lang="en-GB" sz="1800"/>
              <a:t>By leveraging historical data, weather patterns and other relevant parameters, this software facilitates informed decision-making for farmers, agronomists, and policymakers. </a:t>
            </a:r>
          </a:p>
          <a:p>
            <a:pPr marL="285750" lvl="0" indent="-285750" algn="l" rtl="0">
              <a:spcBef>
                <a:spcPts val="0"/>
              </a:spcBef>
              <a:spcAft>
                <a:spcPts val="0"/>
              </a:spcAft>
            </a:pPr>
            <a:r>
              <a:rPr lang="en-GB" sz="1800"/>
              <a:t>This paper outlines the development and implementation of my crop yield prediction software, highlighting its potential to revolutionize agricultural practices and enhance productivity.</a:t>
            </a:r>
          </a:p>
        </p:txBody>
      </p:sp>
      <p:sp>
        <p:nvSpPr>
          <p:cNvPr id="2" name="Text Box 1"/>
          <p:cNvSpPr txBox="1"/>
          <p:nvPr/>
        </p:nvSpPr>
        <p:spPr>
          <a:xfrm>
            <a:off x="899795" y="3032760"/>
            <a:ext cx="6551930" cy="1615440"/>
          </a:xfrm>
          <a:prstGeom prst="rect">
            <a:avLst/>
          </a:prstGeom>
          <a:noFill/>
        </p:spPr>
        <p:txBody>
          <a:bodyPr wrap="square" rtlCol="0">
            <a:noAutofit/>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31"/>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t>Objectives</a:t>
            </a:r>
          </a:p>
        </p:txBody>
      </p:sp>
      <p:sp>
        <p:nvSpPr>
          <p:cNvPr id="600" name="Google Shape;600;p31"/>
          <p:cNvSpPr txBox="1">
            <a:spLocks noGrp="1"/>
          </p:cNvSpPr>
          <p:nvPr>
            <p:ph type="title" idx="2"/>
          </p:nvPr>
        </p:nvSpPr>
        <p:spPr>
          <a:xfrm>
            <a:off x="720001" y="1419621"/>
            <a:ext cx="740700" cy="53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a:t>01</a:t>
            </a:r>
          </a:p>
        </p:txBody>
      </p:sp>
      <p:sp>
        <p:nvSpPr>
          <p:cNvPr id="602" name="Google Shape;602;p31"/>
          <p:cNvSpPr txBox="1">
            <a:spLocks noGrp="1"/>
          </p:cNvSpPr>
          <p:nvPr>
            <p:ph type="title" idx="4"/>
          </p:nvPr>
        </p:nvSpPr>
        <p:spPr>
          <a:xfrm>
            <a:off x="720001" y="2496326"/>
            <a:ext cx="740700" cy="53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a:t>02</a:t>
            </a:r>
          </a:p>
        </p:txBody>
      </p:sp>
      <p:sp>
        <p:nvSpPr>
          <p:cNvPr id="604" name="Google Shape;604;p31"/>
          <p:cNvSpPr txBox="1">
            <a:spLocks noGrp="1"/>
          </p:cNvSpPr>
          <p:nvPr>
            <p:ph type="title" idx="6"/>
          </p:nvPr>
        </p:nvSpPr>
        <p:spPr>
          <a:xfrm>
            <a:off x="720000" y="3642226"/>
            <a:ext cx="740700" cy="539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a:t>03</a:t>
            </a:r>
          </a:p>
        </p:txBody>
      </p:sp>
      <p:sp>
        <p:nvSpPr>
          <p:cNvPr id="606" name="Google Shape;606;p31"/>
          <p:cNvSpPr txBox="1">
            <a:spLocks noGrp="1"/>
          </p:cNvSpPr>
          <p:nvPr>
            <p:ph type="subTitle" idx="1"/>
          </p:nvPr>
        </p:nvSpPr>
        <p:spPr>
          <a:xfrm>
            <a:off x="1578609" y="1361033"/>
            <a:ext cx="7704000" cy="88646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t>To predict crop yield using Area(e.g Zimbabwe), Item(e.g Wheat), Year, average_rain_fall_mm_per_year,pesticides_tonnes and avg_temp</a:t>
            </a:r>
          </a:p>
        </p:txBody>
      </p:sp>
      <p:sp>
        <p:nvSpPr>
          <p:cNvPr id="607" name="Google Shape;607;p31"/>
          <p:cNvSpPr txBox="1">
            <a:spLocks noGrp="1"/>
          </p:cNvSpPr>
          <p:nvPr>
            <p:ph type="subTitle" idx="8"/>
          </p:nvPr>
        </p:nvSpPr>
        <p:spPr>
          <a:xfrm>
            <a:off x="1578609" y="2496468"/>
            <a:ext cx="6914515" cy="53911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dirty="0"/>
              <a:t>To suggest the best crop to plant according to the parameters provided</a:t>
            </a:r>
          </a:p>
        </p:txBody>
      </p:sp>
      <p:sp>
        <p:nvSpPr>
          <p:cNvPr id="608" name="Google Shape;608;p31"/>
          <p:cNvSpPr txBox="1">
            <a:spLocks noGrp="1"/>
          </p:cNvSpPr>
          <p:nvPr>
            <p:ph type="subTitle" idx="9"/>
          </p:nvPr>
        </p:nvSpPr>
        <p:spPr>
          <a:xfrm>
            <a:off x="1578609" y="3642226"/>
            <a:ext cx="7408545" cy="53911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To generate prediction reports for future cross referencing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1" name="Google Shape;631;p3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t>Description of the system</a:t>
            </a:r>
          </a:p>
        </p:txBody>
      </p:sp>
      <p:sp>
        <p:nvSpPr>
          <p:cNvPr id="633" name="Google Shape;633;p34"/>
          <p:cNvSpPr txBox="1">
            <a:spLocks noGrp="1"/>
          </p:cNvSpPr>
          <p:nvPr>
            <p:ph type="subTitle" idx="2"/>
          </p:nvPr>
        </p:nvSpPr>
        <p:spPr>
          <a:xfrm>
            <a:off x="755650" y="1203960"/>
            <a:ext cx="7668260" cy="367157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The Crop Yield Prediction System is an innovative software application designed to forecast crop yields using advanced machine learning techniques and agricultural data analytics. This system integrates diverse sources of data, including historical crop performance, weather patterns, soil characteristics, and agronomic practices, to generate accurate predictions of future yield outcomes for various crops and geographic regions.</a:t>
            </a:r>
          </a:p>
          <a:p>
            <a:pPr marL="0" lvl="0" indent="0" algn="l" rtl="0">
              <a:spcBef>
                <a:spcPts val="0"/>
              </a:spcBef>
              <a:spcAft>
                <a:spcPts val="0"/>
              </a:spcAft>
              <a:buNone/>
            </a:pPr>
            <a:endParaRPr lang="en-GB"/>
          </a:p>
          <a:p>
            <a:pPr marL="0" lvl="0" indent="0" algn="l" rtl="0">
              <a:spcBef>
                <a:spcPts val="0"/>
              </a:spcBef>
              <a:spcAft>
                <a:spcPts val="0"/>
              </a:spcAft>
              <a:buNone/>
            </a:pPr>
            <a:r>
              <a:rPr lang="en-GB"/>
              <a:t>Key Components and Features:</a:t>
            </a:r>
          </a:p>
          <a:p>
            <a:pPr marL="0" lvl="0" indent="0" algn="l" rtl="0">
              <a:spcBef>
                <a:spcPts val="0"/>
              </a:spcBef>
              <a:spcAft>
                <a:spcPts val="0"/>
              </a:spcAft>
              <a:buNone/>
            </a:pPr>
            <a:endParaRPr lang="en-GB"/>
          </a:p>
          <a:p>
            <a:pPr marL="0" lvl="0" indent="0" algn="l" rtl="0">
              <a:spcBef>
                <a:spcPts val="0"/>
              </a:spcBef>
              <a:spcAft>
                <a:spcPts val="0"/>
              </a:spcAft>
              <a:buNone/>
            </a:pPr>
            <a:r>
              <a:rPr lang="en-GB"/>
              <a:t>Data Integration: The system </a:t>
            </a:r>
            <a:r>
              <a:rPr lang="en-US" altLang="en-GB"/>
              <a:t>uses a dataset from FAO</a:t>
            </a:r>
            <a:r>
              <a:rPr lang="en-GB"/>
              <a:t>. This</a:t>
            </a:r>
            <a:r>
              <a:rPr lang="en-US" altLang="en-GB"/>
              <a:t> dataset</a:t>
            </a:r>
            <a:r>
              <a:rPr lang="en-GB"/>
              <a:t> includes historical yield data</a:t>
            </a:r>
            <a:r>
              <a:rPr lang="en-US" altLang="en-GB"/>
              <a:t> and </a:t>
            </a:r>
            <a:r>
              <a:rPr lang="en-GB"/>
              <a:t>weather conditions (temperature, rainfall)</a:t>
            </a:r>
            <a:r>
              <a:rPr lang="en-US" altLang="en-GB"/>
              <a:t> and pesticides</a:t>
            </a:r>
            <a:r>
              <a:rPr lang="en-GB"/>
              <a:t>.</a:t>
            </a:r>
          </a:p>
          <a:p>
            <a:pPr marL="0" lvl="0" indent="0" algn="l" rtl="0">
              <a:spcBef>
                <a:spcPts val="0"/>
              </a:spcBef>
              <a:spcAft>
                <a:spcPts val="0"/>
              </a:spcAft>
              <a:buNone/>
            </a:pPr>
            <a:r>
              <a:rPr lang="en-GB"/>
              <a:t>Preprocessing and Feature Engineering: Prior to modeling, the data undergoes preprocessing and feature engineering techniques to clean, transform, and extract relevant features. This step involves handling missing values, normalization, encoding categorical variables, and creating new features based on domain knowledge.</a:t>
            </a:r>
          </a:p>
          <a:p>
            <a:pPr marL="0" lvl="0" indent="0" algn="l" rtl="0">
              <a:spcBef>
                <a:spcPts val="0"/>
              </a:spcBef>
              <a:spcAft>
                <a:spcPts val="0"/>
              </a:spcAft>
              <a:buNone/>
            </a:pPr>
            <a:r>
              <a:rPr lang="en-GB"/>
              <a:t>Machine Learning Models: The core of the system consists of</a:t>
            </a:r>
            <a:r>
              <a:rPr lang="en-US" altLang="en-GB"/>
              <a:t> a</a:t>
            </a:r>
            <a:r>
              <a:rPr lang="en-GB"/>
              <a:t> machine learning model trained on historical data to predict crop yields.</a:t>
            </a:r>
            <a:r>
              <a:rPr lang="en-US" altLang="en-GB"/>
              <a:t> </a:t>
            </a:r>
            <a:r>
              <a:rPr lang="en-GB"/>
              <a:t>Ensemble methods and hyperparameter tuning techniques are used to optimize model performance.</a:t>
            </a:r>
          </a:p>
          <a:p>
            <a:pPr marL="0" lvl="0" indent="0" algn="l" rtl="0">
              <a:spcBef>
                <a:spcPts val="0"/>
              </a:spcBef>
              <a:spcAft>
                <a:spcPts val="0"/>
              </a:spcAft>
              <a:buNone/>
            </a:pPr>
            <a:r>
              <a:rPr lang="en-US" altLang="en-GB"/>
              <a:t>(Cont.d on next page)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t>Description of system(Cont.d)</a:t>
            </a:r>
          </a:p>
        </p:txBody>
      </p:sp>
      <p:sp>
        <p:nvSpPr>
          <p:cNvPr id="651" name="Google Shape;651;p35"/>
          <p:cNvSpPr txBox="1">
            <a:spLocks noGrp="1"/>
          </p:cNvSpPr>
          <p:nvPr>
            <p:ph type="subTitle" idx="3"/>
          </p:nvPr>
        </p:nvSpPr>
        <p:spPr>
          <a:xfrm>
            <a:off x="828040" y="1203960"/>
            <a:ext cx="7595870" cy="145859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ym typeface="+mn-ea"/>
              </a:rPr>
              <a:t>Predictive Analytics: Using trained models, the system generates predictive analytics to forecast crop yields for specific time periods and geographical regions. Predictions are based on real-time or historical data inputs, providing valuable insights into expected yield outcomes under different environmental scenarios.</a:t>
            </a:r>
            <a:endParaRPr lang="en-GB"/>
          </a:p>
          <a:p>
            <a:pPr marL="0" lvl="0" indent="0" algn="l" rtl="0">
              <a:spcBef>
                <a:spcPts val="0"/>
              </a:spcBef>
              <a:spcAft>
                <a:spcPts val="0"/>
              </a:spcAft>
              <a:buNone/>
            </a:pPr>
            <a:r>
              <a:rPr lang="en-GB">
                <a:sym typeface="+mn-ea"/>
              </a:rPr>
              <a:t>User Interface (UI): The system features an intuitive user interface that allows stakeholders, including farmers, agronomists, and agricultural researchers, to interact with the data, visualize predictions, and explore insights. The UI provides dashboards, charts, and maps to facilitate data-driven decision-making and scenario analysis.</a:t>
            </a:r>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7" name="Google Shape;667;p36"/>
          <p:cNvSpPr txBox="1">
            <a:spLocks noGrp="1"/>
          </p:cNvSpPr>
          <p:nvPr>
            <p:ph type="title"/>
          </p:nvPr>
        </p:nvSpPr>
        <p:spPr>
          <a:xfrm>
            <a:off x="720000" y="221145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en-GB"/>
              <a:t>Thank </a:t>
            </a:r>
            <a:r>
              <a:rPr lang="en-US" altLang="en-GB">
                <a:solidFill>
                  <a:schemeClr val="tx1"/>
                </a:solidFill>
              </a:rPr>
              <a:t>You</a:t>
            </a:r>
          </a:p>
        </p:txBody>
      </p:sp>
    </p:spTree>
  </p:cSld>
  <p:clrMapOvr>
    <a:masterClrMapping/>
  </p:clrMapOvr>
</p:sld>
</file>

<file path=ppt/theme/theme1.xml><?xml version="1.0" encoding="utf-8"?>
<a:theme xmlns:a="http://schemas.openxmlformats.org/drawingml/2006/main" name="AI Tech Project Proposal by Slidesgo">
  <a:themeElements>
    <a:clrScheme name="Simple Light">
      <a:dk1>
        <a:srgbClr val="FFFFFF"/>
      </a:dk1>
      <a:lt1>
        <a:srgbClr val="000331"/>
      </a:lt1>
      <a:dk2>
        <a:srgbClr val="4CFDFD"/>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501</Words>
  <Application>Microsoft Office PowerPoint</Application>
  <PresentationFormat>On-screen Show (16:9)</PresentationFormat>
  <Paragraphs>29</Paragraphs>
  <Slides>6</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IBM Plex Sans SemiBold</vt:lpstr>
      <vt:lpstr>Arial</vt:lpstr>
      <vt:lpstr>PT Sans</vt:lpstr>
      <vt:lpstr>Nunito Light</vt:lpstr>
      <vt:lpstr>IBM Plex Sans</vt:lpstr>
      <vt:lpstr>Anaheim</vt:lpstr>
      <vt:lpstr>Catamaran</vt:lpstr>
      <vt:lpstr>Raleway</vt:lpstr>
      <vt:lpstr>AI Tech Project Proposal by Slidesgo</vt:lpstr>
      <vt:lpstr>Machine Learning-Based Crop Yield Prediction System</vt:lpstr>
      <vt:lpstr>Problem Statement</vt:lpstr>
      <vt:lpstr>Objectives</vt:lpstr>
      <vt:lpstr>Description of the system</vt:lpstr>
      <vt:lpstr>Description of system(Cont.d)</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Learning-Based Crop Yield Prediction System</dc:title>
  <dc:creator/>
  <cp:lastModifiedBy>stagienjovana@outlook.com</cp:lastModifiedBy>
  <cp:revision>7</cp:revision>
  <dcterms:created xsi:type="dcterms:W3CDTF">2024-05-02T01:38:00Z</dcterms:created>
  <dcterms:modified xsi:type="dcterms:W3CDTF">2024-05-24T16:17:19Z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EAAD398DBDC94D3484216EA432E5ECC3_12</vt:lpwstr>
  </property>
  <property fmtid="{D5CDD505-2E9C-101B-9397-08002B2CF9AE}" pid="3" name="KSOProductBuildVer">
    <vt:lpwstr>1033-12.2.0.16731</vt:lpwstr>
  </property>
</Properties>
</file>